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8"/>
  </p:notesMasterIdLst>
  <p:sldIdLst>
    <p:sldId id="256" r:id="rId2"/>
    <p:sldId id="303" r:id="rId3"/>
    <p:sldId id="306" r:id="rId4"/>
    <p:sldId id="305" r:id="rId5"/>
    <p:sldId id="309" r:id="rId6"/>
    <p:sldId id="310" r:id="rId7"/>
    <p:sldId id="312" r:id="rId8"/>
    <p:sldId id="316" r:id="rId9"/>
    <p:sldId id="317" r:id="rId10"/>
    <p:sldId id="318" r:id="rId11"/>
    <p:sldId id="319" r:id="rId12"/>
    <p:sldId id="320" r:id="rId13"/>
    <p:sldId id="321" r:id="rId14"/>
    <p:sldId id="325" r:id="rId15"/>
    <p:sldId id="326" r:id="rId16"/>
    <p:sldId id="31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25A3A5-EC15-4BA7-8370-CE7033DE2C3B}" v="40" dt="2025-05-05T02:00:57.7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3" autoAdjust="0"/>
    <p:restoredTop sz="93447" autoAdjust="0"/>
  </p:normalViewPr>
  <p:slideViewPr>
    <p:cSldViewPr snapToGrid="0">
      <p:cViewPr varScale="1">
        <p:scale>
          <a:sx n="70" d="100"/>
          <a:sy n="70" d="100"/>
        </p:scale>
        <p:origin x="943" y="2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Relationship Id="rId27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A625A3A5-EC15-4BA7-8370-CE7033DE2C3B}"/>
    <pc:docChg chg="undo custSel modSld">
      <pc:chgData name="Saikat Baul" userId="dae859d7-ea3e-4a5d-83a1-d953f3940120" providerId="ADAL" clId="{A625A3A5-EC15-4BA7-8370-CE7033DE2C3B}" dt="2025-05-05T02:02:21.482" v="95" actId="12"/>
      <pc:docMkLst>
        <pc:docMk/>
      </pc:docMkLst>
      <pc:sldChg chg="addSp delSp modSp mod">
        <pc:chgData name="Saikat Baul" userId="dae859d7-ea3e-4a5d-83a1-d953f3940120" providerId="ADAL" clId="{A625A3A5-EC15-4BA7-8370-CE7033DE2C3B}" dt="2025-04-26T12:49:27.438" v="1"/>
        <pc:sldMkLst>
          <pc:docMk/>
          <pc:sldMk cId="2664565021" sldId="256"/>
        </pc:sldMkLst>
        <pc:spChg chg="add mod">
          <ac:chgData name="Saikat Baul" userId="dae859d7-ea3e-4a5d-83a1-d953f3940120" providerId="ADAL" clId="{A625A3A5-EC15-4BA7-8370-CE7033DE2C3B}" dt="2025-04-26T12:49:27.438" v="1"/>
          <ac:spMkLst>
            <pc:docMk/>
            <pc:sldMk cId="2664565021" sldId="256"/>
            <ac:spMk id="2" creationId="{EB4347C7-D16F-FE29-21F9-DDC7B0FD87D2}"/>
          </ac:spMkLst>
        </pc:spChg>
      </pc:sldChg>
      <pc:sldChg chg="modSp mod">
        <pc:chgData name="Saikat Baul" userId="dae859d7-ea3e-4a5d-83a1-d953f3940120" providerId="ADAL" clId="{A625A3A5-EC15-4BA7-8370-CE7033DE2C3B}" dt="2025-04-26T12:49:42.573" v="11" actId="122"/>
        <pc:sldMkLst>
          <pc:docMk/>
          <pc:sldMk cId="1719125435" sldId="303"/>
        </pc:sldMkLst>
        <pc:spChg chg="mod">
          <ac:chgData name="Saikat Baul" userId="dae859d7-ea3e-4a5d-83a1-d953f3940120" providerId="ADAL" clId="{A625A3A5-EC15-4BA7-8370-CE7033DE2C3B}" dt="2025-04-26T12:49:42.573" v="11" actId="122"/>
          <ac:spMkLst>
            <pc:docMk/>
            <pc:sldMk cId="1719125435" sldId="303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A625A3A5-EC15-4BA7-8370-CE7033DE2C3B}" dt="2025-04-26T12:49:54.882" v="15"/>
        <pc:sldMkLst>
          <pc:docMk/>
          <pc:sldMk cId="3321488425" sldId="305"/>
        </pc:sldMkLst>
        <pc:spChg chg="add mod">
          <ac:chgData name="Saikat Baul" userId="dae859d7-ea3e-4a5d-83a1-d953f3940120" providerId="ADAL" clId="{A625A3A5-EC15-4BA7-8370-CE7033DE2C3B}" dt="2025-04-26T12:49:54.882" v="15"/>
          <ac:spMkLst>
            <pc:docMk/>
            <pc:sldMk cId="3321488425" sldId="305"/>
            <ac:spMk id="4" creationId="{A06B49CE-B64D-21EF-4E72-4BB21F8CB2CA}"/>
          </ac:spMkLst>
        </pc:spChg>
      </pc:sldChg>
      <pc:sldChg chg="addSp delSp modSp mod">
        <pc:chgData name="Saikat Baul" userId="dae859d7-ea3e-4a5d-83a1-d953f3940120" providerId="ADAL" clId="{A625A3A5-EC15-4BA7-8370-CE7033DE2C3B}" dt="2025-04-26T12:49:50.351" v="13"/>
        <pc:sldMkLst>
          <pc:docMk/>
          <pc:sldMk cId="91950605" sldId="306"/>
        </pc:sldMkLst>
        <pc:spChg chg="add mod">
          <ac:chgData name="Saikat Baul" userId="dae859d7-ea3e-4a5d-83a1-d953f3940120" providerId="ADAL" clId="{A625A3A5-EC15-4BA7-8370-CE7033DE2C3B}" dt="2025-04-26T12:49:50.351" v="13"/>
          <ac:spMkLst>
            <pc:docMk/>
            <pc:sldMk cId="91950605" sldId="306"/>
            <ac:spMk id="4" creationId="{88F078FA-953D-DAB9-5D69-4827BCA4C854}"/>
          </ac:spMkLst>
        </pc:spChg>
      </pc:sldChg>
      <pc:sldChg chg="addSp delSp modSp mod">
        <pc:chgData name="Saikat Baul" userId="dae859d7-ea3e-4a5d-83a1-d953f3940120" providerId="ADAL" clId="{A625A3A5-EC15-4BA7-8370-CE7033DE2C3B}" dt="2025-04-26T12:50:01.162" v="17"/>
        <pc:sldMkLst>
          <pc:docMk/>
          <pc:sldMk cId="935859710" sldId="307"/>
        </pc:sldMkLst>
        <pc:spChg chg="add mod">
          <ac:chgData name="Saikat Baul" userId="dae859d7-ea3e-4a5d-83a1-d953f3940120" providerId="ADAL" clId="{A625A3A5-EC15-4BA7-8370-CE7033DE2C3B}" dt="2025-04-26T12:50:01.162" v="17"/>
          <ac:spMkLst>
            <pc:docMk/>
            <pc:sldMk cId="935859710" sldId="307"/>
            <ac:spMk id="3" creationId="{1351994D-38AB-31FC-1FBB-6590D642567F}"/>
          </ac:spMkLst>
        </pc:spChg>
      </pc:sldChg>
      <pc:sldChg chg="addSp delSp modSp mod">
        <pc:chgData name="Saikat Baul" userId="dae859d7-ea3e-4a5d-83a1-d953f3940120" providerId="ADAL" clId="{A625A3A5-EC15-4BA7-8370-CE7033DE2C3B}" dt="2025-04-26T12:50:13.038" v="21"/>
        <pc:sldMkLst>
          <pc:docMk/>
          <pc:sldMk cId="2572548027" sldId="308"/>
        </pc:sldMkLst>
        <pc:spChg chg="add mod">
          <ac:chgData name="Saikat Baul" userId="dae859d7-ea3e-4a5d-83a1-d953f3940120" providerId="ADAL" clId="{A625A3A5-EC15-4BA7-8370-CE7033DE2C3B}" dt="2025-04-26T12:50:13.038" v="21"/>
          <ac:spMkLst>
            <pc:docMk/>
            <pc:sldMk cId="2572548027" sldId="308"/>
            <ac:spMk id="4" creationId="{F2FEF749-C6D1-789A-37CE-612B53FCFA2E}"/>
          </ac:spMkLst>
        </pc:spChg>
      </pc:sldChg>
      <pc:sldChg chg="addSp delSp modSp mod">
        <pc:chgData name="Saikat Baul" userId="dae859d7-ea3e-4a5d-83a1-d953f3940120" providerId="ADAL" clId="{A625A3A5-EC15-4BA7-8370-CE7033DE2C3B}" dt="2025-04-26T12:50:07.015" v="19"/>
        <pc:sldMkLst>
          <pc:docMk/>
          <pc:sldMk cId="3066307714" sldId="309"/>
        </pc:sldMkLst>
        <pc:spChg chg="add mod">
          <ac:chgData name="Saikat Baul" userId="dae859d7-ea3e-4a5d-83a1-d953f3940120" providerId="ADAL" clId="{A625A3A5-EC15-4BA7-8370-CE7033DE2C3B}" dt="2025-04-26T12:50:07.015" v="19"/>
          <ac:spMkLst>
            <pc:docMk/>
            <pc:sldMk cId="3066307714" sldId="309"/>
            <ac:spMk id="4" creationId="{03665136-1DA4-F210-B426-0B248636706D}"/>
          </ac:spMkLst>
        </pc:spChg>
      </pc:sldChg>
      <pc:sldChg chg="addSp delSp modSp mod">
        <pc:chgData name="Saikat Baul" userId="dae859d7-ea3e-4a5d-83a1-d953f3940120" providerId="ADAL" clId="{A625A3A5-EC15-4BA7-8370-CE7033DE2C3B}" dt="2025-04-26T12:50:17.905" v="23"/>
        <pc:sldMkLst>
          <pc:docMk/>
          <pc:sldMk cId="1933811587" sldId="310"/>
        </pc:sldMkLst>
        <pc:spChg chg="add mod">
          <ac:chgData name="Saikat Baul" userId="dae859d7-ea3e-4a5d-83a1-d953f3940120" providerId="ADAL" clId="{A625A3A5-EC15-4BA7-8370-CE7033DE2C3B}" dt="2025-04-26T12:50:17.905" v="23"/>
          <ac:spMkLst>
            <pc:docMk/>
            <pc:sldMk cId="1933811587" sldId="310"/>
            <ac:spMk id="4" creationId="{8BD033BF-E2B0-043B-3AD3-B96204D596D1}"/>
          </ac:spMkLst>
        </pc:spChg>
      </pc:sldChg>
      <pc:sldChg chg="addSp modSp">
        <pc:chgData name="Saikat Baul" userId="dae859d7-ea3e-4a5d-83a1-d953f3940120" providerId="ADAL" clId="{A625A3A5-EC15-4BA7-8370-CE7033DE2C3B}" dt="2025-04-26T12:51:44.596" v="54"/>
        <pc:sldMkLst>
          <pc:docMk/>
          <pc:sldMk cId="64039236" sldId="311"/>
        </pc:sldMkLst>
        <pc:spChg chg="add mod">
          <ac:chgData name="Saikat Baul" userId="dae859d7-ea3e-4a5d-83a1-d953f3940120" providerId="ADAL" clId="{A625A3A5-EC15-4BA7-8370-CE7033DE2C3B}" dt="2025-04-26T12:51:44.596" v="54"/>
          <ac:spMkLst>
            <pc:docMk/>
            <pc:sldMk cId="64039236" sldId="311"/>
            <ac:spMk id="4" creationId="{1C655E9A-B39E-EF11-12B3-28765791A4D5}"/>
          </ac:spMkLst>
        </pc:spChg>
      </pc:sldChg>
      <pc:sldChg chg="addSp delSp modSp mod">
        <pc:chgData name="Saikat Baul" userId="dae859d7-ea3e-4a5d-83a1-d953f3940120" providerId="ADAL" clId="{A625A3A5-EC15-4BA7-8370-CE7033DE2C3B}" dt="2025-04-26T12:50:23.594" v="25"/>
        <pc:sldMkLst>
          <pc:docMk/>
          <pc:sldMk cId="1117339494" sldId="312"/>
        </pc:sldMkLst>
        <pc:spChg chg="add mod">
          <ac:chgData name="Saikat Baul" userId="dae859d7-ea3e-4a5d-83a1-d953f3940120" providerId="ADAL" clId="{A625A3A5-EC15-4BA7-8370-CE7033DE2C3B}" dt="2025-04-26T12:50:23.594" v="25"/>
          <ac:spMkLst>
            <pc:docMk/>
            <pc:sldMk cId="1117339494" sldId="312"/>
            <ac:spMk id="4" creationId="{E26DA345-A2EB-09E8-C546-4857B412D567}"/>
          </ac:spMkLst>
        </pc:spChg>
      </pc:sldChg>
      <pc:sldChg chg="addSp delSp modSp mod modNotesTx">
        <pc:chgData name="Saikat Baul" userId="dae859d7-ea3e-4a5d-83a1-d953f3940120" providerId="ADAL" clId="{A625A3A5-EC15-4BA7-8370-CE7033DE2C3B}" dt="2025-05-05T02:02:21.482" v="95" actId="12"/>
        <pc:sldMkLst>
          <pc:docMk/>
          <pc:sldMk cId="3142817399" sldId="313"/>
        </pc:sldMkLst>
        <pc:spChg chg="add mod">
          <ac:chgData name="Saikat Baul" userId="dae859d7-ea3e-4a5d-83a1-d953f3940120" providerId="ADAL" clId="{A625A3A5-EC15-4BA7-8370-CE7033DE2C3B}" dt="2025-04-26T12:50:28.400" v="27"/>
          <ac:spMkLst>
            <pc:docMk/>
            <pc:sldMk cId="3142817399" sldId="313"/>
            <ac:spMk id="3" creationId="{1C61963B-5454-468A-ADD6-4CB73D95CCE6}"/>
          </ac:spMkLst>
        </pc:spChg>
        <pc:spChg chg="mod">
          <ac:chgData name="Saikat Baul" userId="dae859d7-ea3e-4a5d-83a1-d953f3940120" providerId="ADAL" clId="{A625A3A5-EC15-4BA7-8370-CE7033DE2C3B}" dt="2025-05-05T01:59:05.261" v="81" actId="1076"/>
          <ac:spMkLst>
            <pc:docMk/>
            <pc:sldMk cId="3142817399" sldId="313"/>
            <ac:spMk id="8" creationId="{00000000-0000-0000-0000-000000000000}"/>
          </ac:spMkLst>
        </pc:spChg>
        <pc:spChg chg="mod">
          <ac:chgData name="Saikat Baul" userId="dae859d7-ea3e-4a5d-83a1-d953f3940120" providerId="ADAL" clId="{A625A3A5-EC15-4BA7-8370-CE7033DE2C3B}" dt="2025-05-05T01:59:05.261" v="81" actId="1076"/>
          <ac:spMkLst>
            <pc:docMk/>
            <pc:sldMk cId="3142817399" sldId="313"/>
            <ac:spMk id="9" creationId="{00000000-0000-0000-0000-000000000000}"/>
          </ac:spMkLst>
        </pc:spChg>
        <pc:spChg chg="mod">
          <ac:chgData name="Saikat Baul" userId="dae859d7-ea3e-4a5d-83a1-d953f3940120" providerId="ADAL" clId="{A625A3A5-EC15-4BA7-8370-CE7033DE2C3B}" dt="2025-05-05T01:59:05.261" v="81" actId="1076"/>
          <ac:spMkLst>
            <pc:docMk/>
            <pc:sldMk cId="3142817399" sldId="313"/>
            <ac:spMk id="10" creationId="{00000000-0000-0000-0000-000000000000}"/>
          </ac:spMkLst>
        </pc:spChg>
        <pc:spChg chg="add mod">
          <ac:chgData name="Saikat Baul" userId="dae859d7-ea3e-4a5d-83a1-d953f3940120" providerId="ADAL" clId="{A625A3A5-EC15-4BA7-8370-CE7033DE2C3B}" dt="2025-05-05T02:01:02.825" v="84" actId="1076"/>
          <ac:spMkLst>
            <pc:docMk/>
            <pc:sldMk cId="3142817399" sldId="313"/>
            <ac:spMk id="11" creationId="{A3029D48-EEB6-DD01-0C92-BD223212916E}"/>
          </ac:spMkLst>
        </pc:spChg>
        <pc:spChg chg="add mod">
          <ac:chgData name="Saikat Baul" userId="dae859d7-ea3e-4a5d-83a1-d953f3940120" providerId="ADAL" clId="{A625A3A5-EC15-4BA7-8370-CE7033DE2C3B}" dt="2025-05-05T02:01:02.825" v="84" actId="1076"/>
          <ac:spMkLst>
            <pc:docMk/>
            <pc:sldMk cId="3142817399" sldId="313"/>
            <ac:spMk id="13" creationId="{EE38DEFD-AB6F-1A22-19E1-5ED2ADD3D5CA}"/>
          </ac:spMkLst>
        </pc:spChg>
        <pc:grpChg chg="add mod">
          <ac:chgData name="Saikat Baul" userId="dae859d7-ea3e-4a5d-83a1-d953f3940120" providerId="ADAL" clId="{A625A3A5-EC15-4BA7-8370-CE7033DE2C3B}" dt="2025-05-05T01:59:05.261" v="81" actId="1076"/>
          <ac:grpSpMkLst>
            <pc:docMk/>
            <pc:sldMk cId="3142817399" sldId="313"/>
            <ac:grpSpMk id="4" creationId="{89A1EC46-62C9-A148-5D7E-84AB3734C8DA}"/>
          </ac:grpSpMkLst>
        </pc:grpChg>
        <pc:picChg chg="add mod">
          <ac:chgData name="Saikat Baul" userId="dae859d7-ea3e-4a5d-83a1-d953f3940120" providerId="ADAL" clId="{A625A3A5-EC15-4BA7-8370-CE7033DE2C3B}" dt="2025-05-05T02:01:02.825" v="84" actId="1076"/>
          <ac:picMkLst>
            <pc:docMk/>
            <pc:sldMk cId="3142817399" sldId="313"/>
            <ac:picMk id="6" creationId="{9B9AE594-49EE-2567-78B4-E15043C3E0B4}"/>
          </ac:picMkLst>
        </pc:picChg>
        <pc:picChg chg="mod">
          <ac:chgData name="Saikat Baul" userId="dae859d7-ea3e-4a5d-83a1-d953f3940120" providerId="ADAL" clId="{A625A3A5-EC15-4BA7-8370-CE7033DE2C3B}" dt="2025-05-05T01:59:05.261" v="81" actId="1076"/>
          <ac:picMkLst>
            <pc:docMk/>
            <pc:sldMk cId="3142817399" sldId="313"/>
            <ac:picMk id="7" creationId="{00000000-0000-0000-0000-000000000000}"/>
          </ac:picMkLst>
        </pc:picChg>
        <pc:picChg chg="add mod">
          <ac:chgData name="Saikat Baul" userId="dae859d7-ea3e-4a5d-83a1-d953f3940120" providerId="ADAL" clId="{A625A3A5-EC15-4BA7-8370-CE7033DE2C3B}" dt="2025-05-05T02:01:02.825" v="84" actId="1076"/>
          <ac:picMkLst>
            <pc:docMk/>
            <pc:sldMk cId="3142817399" sldId="313"/>
            <ac:picMk id="12" creationId="{C295858D-01E6-7236-597B-C542CA2A1516}"/>
          </ac:picMkLst>
        </pc:picChg>
      </pc:sldChg>
      <pc:sldChg chg="addSp delSp modSp mod modNotesTx">
        <pc:chgData name="Saikat Baul" userId="dae859d7-ea3e-4a5d-83a1-d953f3940120" providerId="ADAL" clId="{A625A3A5-EC15-4BA7-8370-CE7033DE2C3B}" dt="2025-05-05T01:58:33.152" v="75" actId="14100"/>
        <pc:sldMkLst>
          <pc:docMk/>
          <pc:sldMk cId="334491309" sldId="314"/>
        </pc:sldMkLst>
        <pc:spChg chg="add mod">
          <ac:chgData name="Saikat Baul" userId="dae859d7-ea3e-4a5d-83a1-d953f3940120" providerId="ADAL" clId="{A625A3A5-EC15-4BA7-8370-CE7033DE2C3B}" dt="2025-04-26T12:50:33.970" v="29"/>
          <ac:spMkLst>
            <pc:docMk/>
            <pc:sldMk cId="334491309" sldId="314"/>
            <ac:spMk id="3" creationId="{25EF8F93-9AC9-5DEE-3463-CBD5A8132E66}"/>
          </ac:spMkLst>
        </pc:spChg>
        <pc:spChg chg="add del mod">
          <ac:chgData name="Saikat Baul" userId="dae859d7-ea3e-4a5d-83a1-d953f3940120" providerId="ADAL" clId="{A625A3A5-EC15-4BA7-8370-CE7033DE2C3B}" dt="2025-05-05T01:57:42.854" v="65" actId="478"/>
          <ac:spMkLst>
            <pc:docMk/>
            <pc:sldMk cId="334491309" sldId="314"/>
            <ac:spMk id="4" creationId="{F1CFF764-04A2-E607-8FC6-758C8BBA8926}"/>
          </ac:spMkLst>
        </pc:spChg>
        <pc:spChg chg="add del mod">
          <ac:chgData name="Saikat Baul" userId="dae859d7-ea3e-4a5d-83a1-d953f3940120" providerId="ADAL" clId="{A625A3A5-EC15-4BA7-8370-CE7033DE2C3B}" dt="2025-05-05T01:58:15.127" v="71" actId="1076"/>
          <ac:spMkLst>
            <pc:docMk/>
            <pc:sldMk cId="334491309" sldId="314"/>
            <ac:spMk id="8" creationId="{78614B00-F67B-2652-E7D3-DEE013E62956}"/>
          </ac:spMkLst>
        </pc:spChg>
        <pc:spChg chg="add del mod">
          <ac:chgData name="Saikat Baul" userId="dae859d7-ea3e-4a5d-83a1-d953f3940120" providerId="ADAL" clId="{A625A3A5-EC15-4BA7-8370-CE7033DE2C3B}" dt="2025-05-05T01:58:27.115" v="74" actId="1076"/>
          <ac:spMkLst>
            <pc:docMk/>
            <pc:sldMk cId="334491309" sldId="314"/>
            <ac:spMk id="9" creationId="{36924DF8-D628-B5F4-8FBD-3075673F622C}"/>
          </ac:spMkLst>
        </pc:spChg>
        <pc:picChg chg="add del mod">
          <ac:chgData name="Saikat Baul" userId="dae859d7-ea3e-4a5d-83a1-d953f3940120" providerId="ADAL" clId="{A625A3A5-EC15-4BA7-8370-CE7033DE2C3B}" dt="2025-05-05T01:58:01.738" v="69" actId="1076"/>
          <ac:picMkLst>
            <pc:docMk/>
            <pc:sldMk cId="334491309" sldId="314"/>
            <ac:picMk id="6" creationId="{F40609D1-6915-E554-085F-B2320ED09B6C}"/>
          </ac:picMkLst>
        </pc:picChg>
        <pc:picChg chg="add del mod">
          <ac:chgData name="Saikat Baul" userId="dae859d7-ea3e-4a5d-83a1-d953f3940120" providerId="ADAL" clId="{A625A3A5-EC15-4BA7-8370-CE7033DE2C3B}" dt="2025-05-05T01:58:18.126" v="72" actId="1076"/>
          <ac:picMkLst>
            <pc:docMk/>
            <pc:sldMk cId="334491309" sldId="314"/>
            <ac:picMk id="7" creationId="{26A727E8-BFDE-D82B-91D6-144D6FDC0B9B}"/>
          </ac:picMkLst>
        </pc:picChg>
        <pc:picChg chg="mod">
          <ac:chgData name="Saikat Baul" userId="dae859d7-ea3e-4a5d-83a1-d953f3940120" providerId="ADAL" clId="{A625A3A5-EC15-4BA7-8370-CE7033DE2C3B}" dt="2025-05-05T01:58:33.152" v="75" actId="14100"/>
          <ac:picMkLst>
            <pc:docMk/>
            <pc:sldMk cId="334491309" sldId="314"/>
            <ac:picMk id="11" creationId="{00000000-0000-0000-0000-000000000000}"/>
          </ac:picMkLst>
        </pc:picChg>
      </pc:sldChg>
      <pc:sldChg chg="addSp delSp modSp mod">
        <pc:chgData name="Saikat Baul" userId="dae859d7-ea3e-4a5d-83a1-d953f3940120" providerId="ADAL" clId="{A625A3A5-EC15-4BA7-8370-CE7033DE2C3B}" dt="2025-04-26T12:50:39.053" v="31"/>
        <pc:sldMkLst>
          <pc:docMk/>
          <pc:sldMk cId="3411684674" sldId="315"/>
        </pc:sldMkLst>
        <pc:spChg chg="add mod">
          <ac:chgData name="Saikat Baul" userId="dae859d7-ea3e-4a5d-83a1-d953f3940120" providerId="ADAL" clId="{A625A3A5-EC15-4BA7-8370-CE7033DE2C3B}" dt="2025-04-26T12:50:39.053" v="31"/>
          <ac:spMkLst>
            <pc:docMk/>
            <pc:sldMk cId="3411684674" sldId="315"/>
            <ac:spMk id="4" creationId="{746945AF-2BDA-2B77-D8B0-E3B8C235B7D1}"/>
          </ac:spMkLst>
        </pc:spChg>
      </pc:sldChg>
      <pc:sldChg chg="addSp delSp modSp mod">
        <pc:chgData name="Saikat Baul" userId="dae859d7-ea3e-4a5d-83a1-d953f3940120" providerId="ADAL" clId="{A625A3A5-EC15-4BA7-8370-CE7033DE2C3B}" dt="2025-04-26T12:50:43.860" v="33"/>
        <pc:sldMkLst>
          <pc:docMk/>
          <pc:sldMk cId="4006582491" sldId="316"/>
        </pc:sldMkLst>
        <pc:spChg chg="add mod">
          <ac:chgData name="Saikat Baul" userId="dae859d7-ea3e-4a5d-83a1-d953f3940120" providerId="ADAL" clId="{A625A3A5-EC15-4BA7-8370-CE7033DE2C3B}" dt="2025-04-26T12:50:43.860" v="33"/>
          <ac:spMkLst>
            <pc:docMk/>
            <pc:sldMk cId="4006582491" sldId="316"/>
            <ac:spMk id="4" creationId="{0B5E8DBE-DEC0-E9BD-57AF-D3CC012680F3}"/>
          </ac:spMkLst>
        </pc:spChg>
      </pc:sldChg>
      <pc:sldChg chg="addSp delSp modSp mod">
        <pc:chgData name="Saikat Baul" userId="dae859d7-ea3e-4a5d-83a1-d953f3940120" providerId="ADAL" clId="{A625A3A5-EC15-4BA7-8370-CE7033DE2C3B}" dt="2025-04-26T12:50:48.630" v="35"/>
        <pc:sldMkLst>
          <pc:docMk/>
          <pc:sldMk cId="3320510874" sldId="317"/>
        </pc:sldMkLst>
        <pc:spChg chg="add mod">
          <ac:chgData name="Saikat Baul" userId="dae859d7-ea3e-4a5d-83a1-d953f3940120" providerId="ADAL" clId="{A625A3A5-EC15-4BA7-8370-CE7033DE2C3B}" dt="2025-04-26T12:50:48.630" v="35"/>
          <ac:spMkLst>
            <pc:docMk/>
            <pc:sldMk cId="3320510874" sldId="317"/>
            <ac:spMk id="4" creationId="{EE61B2C0-ECD7-D4A4-2E53-252FBD0D6CF9}"/>
          </ac:spMkLst>
        </pc:spChg>
      </pc:sldChg>
      <pc:sldChg chg="addSp delSp modSp mod">
        <pc:chgData name="Saikat Baul" userId="dae859d7-ea3e-4a5d-83a1-d953f3940120" providerId="ADAL" clId="{A625A3A5-EC15-4BA7-8370-CE7033DE2C3B}" dt="2025-04-26T12:50:53.806" v="37"/>
        <pc:sldMkLst>
          <pc:docMk/>
          <pc:sldMk cId="1033189454" sldId="318"/>
        </pc:sldMkLst>
        <pc:spChg chg="add mod">
          <ac:chgData name="Saikat Baul" userId="dae859d7-ea3e-4a5d-83a1-d953f3940120" providerId="ADAL" clId="{A625A3A5-EC15-4BA7-8370-CE7033DE2C3B}" dt="2025-04-26T12:50:53.806" v="37"/>
          <ac:spMkLst>
            <pc:docMk/>
            <pc:sldMk cId="1033189454" sldId="318"/>
            <ac:spMk id="4" creationId="{E5E82F24-A3EC-0888-5332-9E5F229F46BC}"/>
          </ac:spMkLst>
        </pc:spChg>
      </pc:sldChg>
      <pc:sldChg chg="addSp delSp modSp mod">
        <pc:chgData name="Saikat Baul" userId="dae859d7-ea3e-4a5d-83a1-d953f3940120" providerId="ADAL" clId="{A625A3A5-EC15-4BA7-8370-CE7033DE2C3B}" dt="2025-04-26T12:50:59.205" v="39"/>
        <pc:sldMkLst>
          <pc:docMk/>
          <pc:sldMk cId="71650469" sldId="319"/>
        </pc:sldMkLst>
        <pc:spChg chg="add mod">
          <ac:chgData name="Saikat Baul" userId="dae859d7-ea3e-4a5d-83a1-d953f3940120" providerId="ADAL" clId="{A625A3A5-EC15-4BA7-8370-CE7033DE2C3B}" dt="2025-04-26T12:50:59.205" v="39"/>
          <ac:spMkLst>
            <pc:docMk/>
            <pc:sldMk cId="71650469" sldId="319"/>
            <ac:spMk id="4" creationId="{55E685E7-3EB6-B116-7DBF-E811B89F9E3C}"/>
          </ac:spMkLst>
        </pc:spChg>
      </pc:sldChg>
      <pc:sldChg chg="addSp delSp modSp mod">
        <pc:chgData name="Saikat Baul" userId="dae859d7-ea3e-4a5d-83a1-d953f3940120" providerId="ADAL" clId="{A625A3A5-EC15-4BA7-8370-CE7033DE2C3B}" dt="2025-04-26T12:51:06.203" v="41"/>
        <pc:sldMkLst>
          <pc:docMk/>
          <pc:sldMk cId="2716750128" sldId="320"/>
        </pc:sldMkLst>
        <pc:spChg chg="add mod">
          <ac:chgData name="Saikat Baul" userId="dae859d7-ea3e-4a5d-83a1-d953f3940120" providerId="ADAL" clId="{A625A3A5-EC15-4BA7-8370-CE7033DE2C3B}" dt="2025-04-26T12:51:06.203" v="41"/>
          <ac:spMkLst>
            <pc:docMk/>
            <pc:sldMk cId="2716750128" sldId="320"/>
            <ac:spMk id="4" creationId="{A8D76486-48B2-CEAB-E7AE-19029CFBB9C0}"/>
          </ac:spMkLst>
        </pc:spChg>
      </pc:sldChg>
      <pc:sldChg chg="addSp delSp modSp mod">
        <pc:chgData name="Saikat Baul" userId="dae859d7-ea3e-4a5d-83a1-d953f3940120" providerId="ADAL" clId="{A625A3A5-EC15-4BA7-8370-CE7033DE2C3B}" dt="2025-04-26T12:51:35.553" v="51"/>
        <pc:sldMkLst>
          <pc:docMk/>
          <pc:sldMk cId="3498201180" sldId="321"/>
        </pc:sldMkLst>
        <pc:spChg chg="add mod">
          <ac:chgData name="Saikat Baul" userId="dae859d7-ea3e-4a5d-83a1-d953f3940120" providerId="ADAL" clId="{A625A3A5-EC15-4BA7-8370-CE7033DE2C3B}" dt="2025-04-26T12:51:35.553" v="51"/>
          <ac:spMkLst>
            <pc:docMk/>
            <pc:sldMk cId="3498201180" sldId="321"/>
            <ac:spMk id="4" creationId="{F1C1A0EB-8D7F-A221-5A0E-3509F08761C6}"/>
          </ac:spMkLst>
        </pc:spChg>
      </pc:sldChg>
      <pc:sldChg chg="addSp delSp modSp mod">
        <pc:chgData name="Saikat Baul" userId="dae859d7-ea3e-4a5d-83a1-d953f3940120" providerId="ADAL" clId="{A625A3A5-EC15-4BA7-8370-CE7033DE2C3B}" dt="2025-04-26T12:51:20.352" v="45"/>
        <pc:sldMkLst>
          <pc:docMk/>
          <pc:sldMk cId="1536148033" sldId="322"/>
        </pc:sldMkLst>
        <pc:spChg chg="add mod">
          <ac:chgData name="Saikat Baul" userId="dae859d7-ea3e-4a5d-83a1-d953f3940120" providerId="ADAL" clId="{A625A3A5-EC15-4BA7-8370-CE7033DE2C3B}" dt="2025-04-26T12:51:20.352" v="45"/>
          <ac:spMkLst>
            <pc:docMk/>
            <pc:sldMk cId="1536148033" sldId="322"/>
            <ac:spMk id="4" creationId="{5EB1CBF8-687C-4213-DFBD-6924D6F64D66}"/>
          </ac:spMkLst>
        </pc:spChg>
        <pc:picChg chg="add del">
          <ac:chgData name="Saikat Baul" userId="dae859d7-ea3e-4a5d-83a1-d953f3940120" providerId="ADAL" clId="{A625A3A5-EC15-4BA7-8370-CE7033DE2C3B}" dt="2025-04-26T12:51:14.288" v="43" actId="478"/>
          <ac:picMkLst>
            <pc:docMk/>
            <pc:sldMk cId="1536148033" sldId="322"/>
            <ac:picMk id="6" creationId="{00000000-0000-0000-0000-000000000000}"/>
          </ac:picMkLst>
        </pc:picChg>
      </pc:sldChg>
      <pc:sldChg chg="addSp delSp modSp mod">
        <pc:chgData name="Saikat Baul" userId="dae859d7-ea3e-4a5d-83a1-d953f3940120" providerId="ADAL" clId="{A625A3A5-EC15-4BA7-8370-CE7033DE2C3B}" dt="2025-04-26T12:51:25.562" v="47"/>
        <pc:sldMkLst>
          <pc:docMk/>
          <pc:sldMk cId="3024581649" sldId="323"/>
        </pc:sldMkLst>
        <pc:spChg chg="add mod">
          <ac:chgData name="Saikat Baul" userId="dae859d7-ea3e-4a5d-83a1-d953f3940120" providerId="ADAL" clId="{A625A3A5-EC15-4BA7-8370-CE7033DE2C3B}" dt="2025-04-26T12:51:25.562" v="47"/>
          <ac:spMkLst>
            <pc:docMk/>
            <pc:sldMk cId="3024581649" sldId="323"/>
            <ac:spMk id="4" creationId="{012FB8AD-3E71-40FE-5A2E-A51029A5B485}"/>
          </ac:spMkLst>
        </pc:spChg>
      </pc:sldChg>
      <pc:sldChg chg="addSp delSp modSp mod">
        <pc:chgData name="Saikat Baul" userId="dae859d7-ea3e-4a5d-83a1-d953f3940120" providerId="ADAL" clId="{A625A3A5-EC15-4BA7-8370-CE7033DE2C3B}" dt="2025-04-26T12:51:30.696" v="49"/>
        <pc:sldMkLst>
          <pc:docMk/>
          <pc:sldMk cId="669446144" sldId="324"/>
        </pc:sldMkLst>
        <pc:spChg chg="add mod">
          <ac:chgData name="Saikat Baul" userId="dae859d7-ea3e-4a5d-83a1-d953f3940120" providerId="ADAL" clId="{A625A3A5-EC15-4BA7-8370-CE7033DE2C3B}" dt="2025-04-26T12:51:30.696" v="49"/>
          <ac:spMkLst>
            <pc:docMk/>
            <pc:sldMk cId="669446144" sldId="324"/>
            <ac:spMk id="4" creationId="{9DA4CDEC-6F09-A301-F125-13CE5346C189}"/>
          </ac:spMkLst>
        </pc:spChg>
      </pc:sldChg>
      <pc:sldChg chg="addSp delSp modSp mod">
        <pc:chgData name="Saikat Baul" userId="dae859d7-ea3e-4a5d-83a1-d953f3940120" providerId="ADAL" clId="{A625A3A5-EC15-4BA7-8370-CE7033DE2C3B}" dt="2025-04-26T12:51:40.661" v="53"/>
        <pc:sldMkLst>
          <pc:docMk/>
          <pc:sldMk cId="1348842854" sldId="325"/>
        </pc:sldMkLst>
        <pc:spChg chg="add mod">
          <ac:chgData name="Saikat Baul" userId="dae859d7-ea3e-4a5d-83a1-d953f3940120" providerId="ADAL" clId="{A625A3A5-EC15-4BA7-8370-CE7033DE2C3B}" dt="2025-04-26T12:51:40.661" v="53"/>
          <ac:spMkLst>
            <pc:docMk/>
            <pc:sldMk cId="1348842854" sldId="325"/>
            <ac:spMk id="4" creationId="{1AB76901-62E9-610F-5377-9040C345742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14/04/2026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hammadmejbah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>
                <a:solidFill>
                  <a:srgbClr val="C00000"/>
                </a:solidFill>
              </a:rPr>
              <a:t>Chapter 12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testing</a:t>
            </a:r>
            <a:endParaRPr lang="en-US" sz="3000" dirty="0">
              <a:solidFill>
                <a:srgbClr val="002060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2400581-D68D-4B94-9287-6AD1B61601A4}"/>
              </a:ext>
            </a:extLst>
          </p:cNvPr>
          <p:cNvSpPr txBox="1"/>
          <p:nvPr/>
        </p:nvSpPr>
        <p:spPr>
          <a:xfrm>
            <a:off x="4471587" y="3549444"/>
            <a:ext cx="71819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eorgia" panose="02040502050405020303" pitchFamily="18" charset="0"/>
              </a:rPr>
              <a:t>Mejbah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dirty="0" err="1">
                <a:latin typeface="Georgia" panose="02040502050405020303" pitchFamily="18" charset="0"/>
              </a:rPr>
              <a:t>Ahammad</a:t>
            </a:r>
            <a:r>
              <a:rPr lang="en-US" dirty="0">
                <a:latin typeface="Georgia" panose="02040502050405020303" pitchFamily="18" charset="0"/>
              </a:rPr>
              <a:t>, </a:t>
            </a:r>
          </a:p>
          <a:p>
            <a:r>
              <a:rPr lang="en-US" dirty="0">
                <a:latin typeface="Georgia" panose="02040502050405020303" pitchFamily="18" charset="0"/>
              </a:rPr>
              <a:t>Lecturer, DS,  AIUB</a:t>
            </a:r>
          </a:p>
          <a:p>
            <a:r>
              <a:rPr lang="en-US" dirty="0">
                <a:latin typeface="Georgia" panose="02040502050405020303" pitchFamily="18" charset="0"/>
              </a:rPr>
              <a:t>+8801308757586</a:t>
            </a:r>
          </a:p>
          <a:p>
            <a:r>
              <a:rPr lang="en-US" b="1" dirty="0">
                <a:solidFill>
                  <a:srgbClr val="F49100"/>
                </a:solidFill>
                <a:latin typeface="Georgia" panose="02040502050405020303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Email:</a:t>
            </a:r>
            <a:r>
              <a:rPr lang="en-US" dirty="0">
                <a:solidFill>
                  <a:srgbClr val="F49100"/>
                </a:solidFill>
                <a:latin typeface="Georgia" panose="02040502050405020303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ahammadmejbah@aiub.</a:t>
            </a:r>
            <a:r>
              <a:rPr lang="en-US" dirty="0">
                <a:latin typeface="Georgia" panose="02040502050405020303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edu</a:t>
            </a:r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Room Number: DN0922</a:t>
            </a:r>
          </a:p>
        </p:txBody>
      </p: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731" y="2075525"/>
            <a:ext cx="10827637" cy="392603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dirty="0">
                <a:solidFill>
                  <a:srgbClr val="002060"/>
                </a:solidFill>
                <a:ea typeface="ＭＳ Ｐゴシック" pitchFamily="34" charset="-128"/>
              </a:rPr>
              <a:t>Testing is the process of exercising a program with the specific intent of finding errors  </a:t>
            </a:r>
            <a:br>
              <a:rPr lang="en-US" sz="2200" dirty="0">
                <a:solidFill>
                  <a:srgbClr val="002060"/>
                </a:solidFill>
                <a:ea typeface="ＭＳ Ｐゴシック" pitchFamily="34" charset="-128"/>
              </a:rPr>
            </a:br>
            <a:r>
              <a:rPr lang="en-US" sz="2200" dirty="0">
                <a:solidFill>
                  <a:srgbClr val="002060"/>
                </a:solidFill>
                <a:ea typeface="ＭＳ Ｐゴシック" pitchFamily="34" charset="-128"/>
              </a:rPr>
              <a:t> prior to delivery to the end user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>
                <a:solidFill>
                  <a:srgbClr val="002060"/>
                </a:solidFill>
                <a:ea typeface="ＭＳ Ｐゴシック" pitchFamily="34" charset="-128"/>
              </a:rPr>
              <a:t>Software testability is simply how easily [a computer program] can be tested</a:t>
            </a:r>
            <a:endParaRPr lang="en-US" sz="2200" b="1" dirty="0">
              <a:solidFill>
                <a:srgbClr val="002060"/>
              </a:solidFill>
              <a:ea typeface="ＭＳ Ｐゴシック" pitchFamily="34" charset="-128"/>
            </a:endParaRPr>
          </a:p>
          <a:p>
            <a:pPr marL="0" indent="0">
              <a:buFont typeface="Wingdings" pitchFamily="2" charset="2"/>
              <a:buNone/>
            </a:pPr>
            <a:br>
              <a:rPr lang="en-US" sz="2200" b="1" u="sng" dirty="0">
                <a:ea typeface="ＭＳ Ｐゴシック" pitchFamily="34" charset="-128"/>
              </a:rPr>
            </a:br>
            <a:r>
              <a:rPr lang="en-US" sz="2200" b="1" u="sng" dirty="0">
                <a:ea typeface="ＭＳ Ｐゴシック" pitchFamily="34" charset="-128"/>
              </a:rPr>
              <a:t>Testing Shows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Error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Requirements Conformance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Performance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An indication of quality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719125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 tests the software?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155" y="2024010"/>
            <a:ext cx="11110971" cy="3290112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Developer</a:t>
            </a:r>
          </a:p>
          <a:p>
            <a:pPr lvl="1"/>
            <a:r>
              <a:rPr lang="en-US" sz="2200" dirty="0">
                <a:ea typeface="ＭＳ Ｐゴシック" pitchFamily="34" charset="-128"/>
              </a:rPr>
              <a:t>Understands the system but, will test "gently“ and, is driven by "delivery“</a:t>
            </a:r>
          </a:p>
          <a:p>
            <a:pPr lvl="1"/>
            <a:r>
              <a:rPr lang="en-US" sz="2200" dirty="0">
                <a:ea typeface="ＭＳ Ｐゴシック" pitchFamily="34" charset="-128"/>
              </a:rPr>
              <a:t>Experiencing the software operation (known to the developer)</a:t>
            </a:r>
          </a:p>
          <a:p>
            <a:pPr marL="0" indent="0">
              <a:buNone/>
            </a:pPr>
            <a:b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</a:b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Independent tester</a:t>
            </a:r>
          </a:p>
          <a:p>
            <a:pPr lvl="1"/>
            <a:r>
              <a:rPr lang="en-US" sz="2200" dirty="0">
                <a:ea typeface="ＭＳ Ｐゴシック" pitchFamily="34" charset="-128"/>
              </a:rPr>
              <a:t>Must learn about the system, but, will attempt to break it and, is driven by “quality”</a:t>
            </a:r>
          </a:p>
          <a:p>
            <a:pPr lvl="1"/>
            <a:r>
              <a:rPr lang="en-US" sz="2200" dirty="0">
                <a:ea typeface="ＭＳ Ｐゴシック" pitchFamily="34" charset="-128"/>
              </a:rPr>
              <a:t>Exploring the software operation (unknown to the tester)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8F078FA-953D-DAB9-5D69-4827BCA4C854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91950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 &amp; 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837" y="2156531"/>
            <a:ext cx="11110971" cy="3552542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i="1" dirty="0">
                <a:solidFill>
                  <a:srgbClr val="C00000"/>
                </a:solidFill>
                <a:ea typeface="ＭＳ Ｐゴシック" pitchFamily="34" charset="-128"/>
              </a:rPr>
              <a:t>Validation </a:t>
            </a:r>
            <a:r>
              <a:rPr lang="en-US" sz="2200" dirty="0">
                <a:ea typeface="ＭＳ Ｐゴシック" pitchFamily="34" charset="-128"/>
              </a:rPr>
              <a:t>refers to a different set of tasks that ensure that the software that has been built is traceable to customer requirements. </a:t>
            </a:r>
          </a:p>
          <a:p>
            <a:pPr>
              <a:buFont typeface="Wingdings" pitchFamily="2" charset="2"/>
              <a:buChar char="q"/>
            </a:pPr>
            <a:r>
              <a:rPr lang="en-US" sz="2200" i="1" dirty="0">
                <a:solidFill>
                  <a:srgbClr val="C00000"/>
                </a:solidFill>
                <a:ea typeface="ＭＳ Ｐゴシック" pitchFamily="34" charset="-128"/>
              </a:rPr>
              <a:t>Verification</a:t>
            </a:r>
            <a:r>
              <a:rPr lang="en-US" sz="2200" i="1" dirty="0">
                <a:solidFill>
                  <a:schemeClr val="folHlink"/>
                </a:solidFill>
                <a:ea typeface="ＭＳ Ｐゴシック" pitchFamily="34" charset="-128"/>
              </a:rPr>
              <a:t> </a:t>
            </a:r>
            <a:r>
              <a:rPr lang="en-US" sz="2200" dirty="0">
                <a:ea typeface="ＭＳ Ｐゴシック" pitchFamily="34" charset="-128"/>
              </a:rPr>
              <a:t>refers to the set of tasks that ensure that software correctly implements a specific function/process.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>
                <a:ea typeface="ＭＳ Ｐゴシック" pitchFamily="34" charset="-128"/>
              </a:rPr>
              <a:t>Boehm states this another way:</a:t>
            </a:r>
          </a:p>
          <a:p>
            <a:pPr lvl="1"/>
            <a:r>
              <a:rPr lang="en-US" sz="2200" i="1" dirty="0">
                <a:ea typeface="ＭＳ Ｐゴシック" pitchFamily="34" charset="-128"/>
              </a:rPr>
              <a:t>Validation: </a:t>
            </a:r>
            <a:r>
              <a:rPr lang="en-US" sz="2200" dirty="0">
                <a:ea typeface="ＭＳ Ｐゴシック" pitchFamily="34" charset="-128"/>
              </a:rPr>
              <a:t>"Are we building the right product?“</a:t>
            </a:r>
          </a:p>
          <a:p>
            <a:pPr lvl="1"/>
            <a:r>
              <a:rPr lang="en-US" sz="2200" i="1" dirty="0">
                <a:ea typeface="ＭＳ Ｐゴシック" pitchFamily="34" charset="-128"/>
              </a:rPr>
              <a:t>Verification: </a:t>
            </a:r>
            <a:r>
              <a:rPr lang="en-US" sz="2200" dirty="0">
                <a:ea typeface="ＭＳ Ｐゴシック" pitchFamily="34" charset="-128"/>
              </a:rPr>
              <a:t>"Are we building the product right?"</a:t>
            </a:r>
          </a:p>
          <a:p>
            <a:endParaRPr lang="en-US" sz="2000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06B49CE-B64D-21EF-4E72-4BB21F8CB2C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321488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155" y="2024011"/>
            <a:ext cx="11110971" cy="3990424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dirty="0">
                <a:ea typeface="ＭＳ Ｐゴシック" pitchFamily="34" charset="-128"/>
              </a:rPr>
              <a:t>We begin by </a:t>
            </a: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‘testing-in-the-small’ </a:t>
            </a:r>
            <a:r>
              <a:rPr lang="en-US" sz="2200" dirty="0">
                <a:ea typeface="ＭＳ Ｐゴシック" pitchFamily="34" charset="-128"/>
              </a:rPr>
              <a:t>and move toward </a:t>
            </a: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‘testing-in-the-large’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>
                <a:ea typeface="ＭＳ Ｐゴシック" pitchFamily="34" charset="-128"/>
              </a:rPr>
              <a:t>For conventional software </a:t>
            </a:r>
          </a:p>
          <a:p>
            <a:pPr lvl="1"/>
            <a:r>
              <a:rPr lang="en-US" sz="2200" dirty="0">
                <a:ea typeface="ＭＳ Ｐゴシック" pitchFamily="34" charset="-128"/>
              </a:rPr>
              <a:t>The module (component) is our initial focus</a:t>
            </a:r>
          </a:p>
          <a:p>
            <a:pPr lvl="1"/>
            <a:r>
              <a:rPr lang="en-US" sz="2200" dirty="0">
                <a:ea typeface="ＭＳ Ｐゴシック" pitchFamily="34" charset="-128"/>
              </a:rPr>
              <a:t>Integration of modules follows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>
                <a:ea typeface="ＭＳ Ｐゴシック" pitchFamily="34" charset="-128"/>
              </a:rPr>
              <a:t>For OO software</a:t>
            </a:r>
          </a:p>
          <a:p>
            <a:pPr lvl="1"/>
            <a:r>
              <a:rPr lang="en-US" sz="2200" dirty="0">
                <a:ea typeface="ＭＳ Ｐゴシック" pitchFamily="34" charset="-128"/>
              </a:rPr>
              <a:t>Our focus when “testing in the small” changes from an individual module </a:t>
            </a:r>
            <a:br>
              <a:rPr lang="en-US" sz="2200" dirty="0">
                <a:ea typeface="ＭＳ Ｐゴシック" pitchFamily="34" charset="-128"/>
              </a:rPr>
            </a:br>
            <a:r>
              <a:rPr lang="en-US" sz="2200" dirty="0">
                <a:ea typeface="ＭＳ Ｐゴシック" pitchFamily="34" charset="-128"/>
              </a:rPr>
              <a:t>(the conventional view) to an OO class that encompasses attributes and </a:t>
            </a:r>
            <a:br>
              <a:rPr lang="en-US" sz="2200" dirty="0">
                <a:ea typeface="ＭＳ Ｐゴシック" pitchFamily="34" charset="-128"/>
              </a:rPr>
            </a:br>
            <a:r>
              <a:rPr lang="en-US" sz="2200" dirty="0">
                <a:ea typeface="ＭＳ Ｐゴシック" pitchFamily="34" charset="-128"/>
              </a:rPr>
              <a:t>operations and implies communication and collaboration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665136-1DA4-F210-B426-0B248636706D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066307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 testing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63" y="2608453"/>
            <a:ext cx="3733800" cy="411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5125" y="2391157"/>
            <a:ext cx="4816475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4265497" y="5658827"/>
            <a:ext cx="44196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latin typeface="+mj-lt"/>
              </a:rPr>
              <a:t>Stub:  </a:t>
            </a:r>
            <a:r>
              <a:rPr lang="en-US" dirty="0">
                <a:latin typeface="+mj-lt"/>
              </a:rPr>
              <a:t>it is the behavior of the lower-level modules that are under development and not yet integrated to other modules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700960-78DD-4A65-8480-7B26025439D4}"/>
              </a:ext>
            </a:extLst>
          </p:cNvPr>
          <p:cNvSpPr/>
          <p:nvPr/>
        </p:nvSpPr>
        <p:spPr>
          <a:xfrm>
            <a:off x="578311" y="1900567"/>
            <a:ext cx="1122641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Tests a small software unit at a time, which is typically performed by the individual programmer who implemented the unit prior to Integration testing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D033BF-E2B0-043B-3AD3-B96204D596D1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933811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Integration  testing 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514" y="1913302"/>
            <a:ext cx="11110971" cy="1430389"/>
          </a:xfrm>
        </p:spPr>
        <p:txBody>
          <a:bodyPr>
            <a:noAutofit/>
          </a:bodyPr>
          <a:lstStyle/>
          <a:p>
            <a:r>
              <a:rPr lang="en-US" altLang="en-US" sz="2000" dirty="0"/>
              <a:t>System integration testing (SIT) is a systematic technique for assembling a software system while conducting tests to uncover errors associated with interfacing the modules</a:t>
            </a:r>
            <a:endParaRPr lang="en-US" b="1" dirty="0">
              <a:ea typeface="ＭＳ Ｐゴシック" pitchFamily="34" charset="-128"/>
            </a:endParaRPr>
          </a:p>
          <a:p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the “big bang” approach:  </a:t>
            </a:r>
            <a:r>
              <a:rPr lang="en-US" sz="2000" dirty="0">
                <a:ea typeface="ＭＳ Ｐゴシック" pitchFamily="34" charset="-128"/>
              </a:rPr>
              <a:t>Big Bang Integration Testing is an integration testing strategy where all units are linked at once, resulting in a complete system.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7" descr="Big Bang testing in Test Life Cyc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899" y="3540033"/>
            <a:ext cx="7232202" cy="3103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26DA345-A2EB-09E8-C546-4857B412D567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117339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smoke 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825" y="1831817"/>
            <a:ext cx="11302352" cy="43240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Smoke testing steps: </a:t>
            </a:r>
          </a:p>
          <a:p>
            <a:r>
              <a:rPr lang="en-US" sz="2000" dirty="0">
                <a:ea typeface="ＭＳ Ｐゴシック" pitchFamily="34" charset="-128"/>
              </a:rPr>
              <a:t>Software components that have been translated into code are integrated into a “</a:t>
            </a:r>
            <a:r>
              <a:rPr lang="en-US" sz="2000" b="1" dirty="0">
                <a:ea typeface="ＭＳ Ｐゴシック" pitchFamily="34" charset="-128"/>
              </a:rPr>
              <a:t>daily build</a:t>
            </a:r>
            <a:r>
              <a:rPr lang="en-US" sz="2000" dirty="0">
                <a:ea typeface="ＭＳ Ｐゴシック" pitchFamily="34" charset="-128"/>
              </a:rPr>
              <a:t>”</a:t>
            </a:r>
          </a:p>
          <a:p>
            <a:pPr lvl="1">
              <a:buFontTx/>
              <a:buChar char="-"/>
            </a:pPr>
            <a:r>
              <a:rPr lang="en-US" sz="2000" dirty="0">
                <a:ea typeface="ＭＳ Ｐゴシック" pitchFamily="34" charset="-128"/>
              </a:rPr>
              <a:t>Smoke testing, also known as "Build Verification Testing" is a type of software testing that is typically performed at the beginning of the development process to ensure that the most critical functions of a software application are working correctly. </a:t>
            </a:r>
          </a:p>
          <a:p>
            <a:pPr lvl="1">
              <a:buFontTx/>
              <a:buChar char="-"/>
            </a:pPr>
            <a:r>
              <a:rPr lang="en-US" sz="2000" dirty="0">
                <a:ea typeface="ＭＳ Ｐゴシック" pitchFamily="34" charset="-128"/>
              </a:rPr>
              <a:t>It is used to quickly identify and fix any major issues with the software before more detailed testing is performed. </a:t>
            </a:r>
          </a:p>
          <a:p>
            <a:pPr lvl="1">
              <a:buFontTx/>
              <a:buChar char="-"/>
            </a:pPr>
            <a:r>
              <a:rPr lang="en-US" sz="2000" dirty="0">
                <a:ea typeface="ＭＳ Ｐゴシック" pitchFamily="34" charset="-128"/>
              </a:rPr>
              <a:t>The goal of smoke testing is to determine whether the build is stable enough to proceed with further types of testing.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B5E8DBE-DEC0-E9BD-57AF-D3CC012680F3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4006582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Object-oriented 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21" y="2013432"/>
            <a:ext cx="11296357" cy="3992207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dirty="0">
                <a:ea typeface="ＭＳ Ｐゴシック" pitchFamily="34" charset="-128"/>
              </a:rPr>
              <a:t>Class testing is the equivalent of unit testing</a:t>
            </a:r>
          </a:p>
          <a:p>
            <a:pPr lvl="1"/>
            <a:r>
              <a:rPr lang="en-US" sz="2200" dirty="0">
                <a:ea typeface="ＭＳ Ｐゴシック" pitchFamily="34" charset="-128"/>
              </a:rPr>
              <a:t>Operations within the class are tested </a:t>
            </a:r>
          </a:p>
          <a:p>
            <a:pPr lvl="1"/>
            <a:r>
              <a:rPr lang="en-US" sz="2200" dirty="0">
                <a:ea typeface="ＭＳ Ｐゴシック" pitchFamily="34" charset="-128"/>
              </a:rPr>
              <a:t>The state behavior of the class is examined</a:t>
            </a:r>
            <a:br>
              <a:rPr lang="en-US" sz="2200" dirty="0">
                <a:ea typeface="ＭＳ Ｐゴシック" pitchFamily="34" charset="-128"/>
              </a:rPr>
            </a:br>
            <a:endParaRPr lang="en-US" sz="2200" dirty="0">
              <a:ea typeface="ＭＳ Ｐゴシック" pitchFamily="34" charset="-128"/>
            </a:endParaRPr>
          </a:p>
          <a:p>
            <a:pPr>
              <a:buFont typeface="Wingdings" pitchFamily="2" charset="2"/>
              <a:buChar char="q"/>
            </a:pPr>
            <a:r>
              <a:rPr lang="en-US" sz="2200" dirty="0">
                <a:ea typeface="ＭＳ Ｐゴシック" pitchFamily="34" charset="-128"/>
              </a:rPr>
              <a:t>Integration applied three different strategies </a:t>
            </a:r>
          </a:p>
          <a:p>
            <a:pPr lvl="1"/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Thread-based testing</a:t>
            </a:r>
            <a:r>
              <a:rPr lang="en-US" sz="2200" dirty="0">
                <a:ea typeface="ＭＳ Ｐゴシック" pitchFamily="34" charset="-128"/>
              </a:rPr>
              <a:t>—integrates the set of classes required to </a:t>
            </a:r>
            <a:r>
              <a:rPr lang="en-US" sz="2200" dirty="0">
                <a:solidFill>
                  <a:srgbClr val="7030A0"/>
                </a:solidFill>
                <a:ea typeface="ＭＳ Ｐゴシック" pitchFamily="34" charset="-128"/>
              </a:rPr>
              <a:t>respond one input or event</a:t>
            </a:r>
          </a:p>
          <a:p>
            <a:pPr lvl="1"/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Use Case based testing</a:t>
            </a:r>
            <a:r>
              <a:rPr lang="en-US" sz="2200" dirty="0">
                <a:ea typeface="ＭＳ Ｐゴシック" pitchFamily="34" charset="-128"/>
              </a:rPr>
              <a:t>—integrates the set of classes required to </a:t>
            </a:r>
            <a:r>
              <a:rPr lang="en-US" sz="2200" dirty="0">
                <a:solidFill>
                  <a:srgbClr val="7030A0"/>
                </a:solidFill>
                <a:ea typeface="ＭＳ Ｐゴシック" pitchFamily="34" charset="-128"/>
              </a:rPr>
              <a:t>respond to one use case</a:t>
            </a:r>
          </a:p>
          <a:p>
            <a:pPr lvl="1"/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Cluster testing</a:t>
            </a:r>
            <a:r>
              <a:rPr lang="en-US" sz="2200" dirty="0">
                <a:ea typeface="ＭＳ Ｐゴシック" pitchFamily="34" charset="-128"/>
              </a:rPr>
              <a:t>—integrates the set of classes required to </a:t>
            </a:r>
            <a:r>
              <a:rPr lang="en-US" sz="2200" dirty="0">
                <a:solidFill>
                  <a:srgbClr val="7030A0"/>
                </a:solidFill>
                <a:ea typeface="ＭＳ Ｐゴシック" pitchFamily="34" charset="-128"/>
              </a:rPr>
              <a:t>demonstrate one collaboration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E61B2C0-ECD7-D4A4-2E53-252FBD0D6CF9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320510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Higher  order 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233" y="1975865"/>
            <a:ext cx="11727767" cy="4606292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System testing:  </a:t>
            </a:r>
            <a:r>
              <a:rPr lang="en-US" sz="2000" dirty="0">
                <a:ea typeface="ＭＳ Ｐゴシック" pitchFamily="34" charset="-128"/>
              </a:rPr>
              <a:t>focus is on system integration (e.g. hardware integration, OS compatibility)</a:t>
            </a:r>
          </a:p>
          <a:p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Alpha testing </a:t>
            </a:r>
            <a:r>
              <a:rPr lang="en-US" sz="2000" dirty="0">
                <a:ea typeface="ＭＳ Ｐゴシック" pitchFamily="34" charset="-128"/>
              </a:rPr>
              <a:t>is an internal, controlled process to find bugs and technical issues within a nearly complete product, performed by developers and QA engineers in a lab setting. </a:t>
            </a:r>
          </a:p>
          <a:p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Beta testing </a:t>
            </a:r>
            <a:r>
              <a:rPr lang="en-US" sz="2000" dirty="0">
                <a:ea typeface="ＭＳ Ｐゴシック" pitchFamily="34" charset="-128"/>
              </a:rPr>
              <a:t>is an external, real-world process that involves end-users from the target market to gather feedback on functionality, usability and overall user experience before the final release.</a:t>
            </a:r>
          </a:p>
          <a:p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Recovery testing:  </a:t>
            </a:r>
            <a:r>
              <a:rPr lang="en-US" sz="2000" dirty="0">
                <a:ea typeface="ＭＳ Ｐゴシック" pitchFamily="34" charset="-128"/>
              </a:rPr>
              <a:t>forces the software to fail in a variety of ways and verifies that recovery is properly performed</a:t>
            </a:r>
          </a:p>
          <a:p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Security testing:  </a:t>
            </a:r>
            <a:r>
              <a:rPr lang="en-US" sz="2000" dirty="0">
                <a:ea typeface="ＭＳ Ｐゴシック" pitchFamily="34" charset="-128"/>
              </a:rPr>
              <a:t>verifies that protection mechanisms built into a system will, in fact, protect it from improper penetration</a:t>
            </a:r>
          </a:p>
          <a:p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Stress testing:  </a:t>
            </a:r>
            <a:r>
              <a:rPr lang="en-US" sz="2000" dirty="0">
                <a:ea typeface="ＭＳ Ｐゴシック" pitchFamily="34" charset="-128"/>
              </a:rPr>
              <a:t>executes a system in a manner that demands resources in abnormal quantity, </a:t>
            </a:r>
            <a:br>
              <a:rPr lang="en-US" sz="2000" dirty="0">
                <a:ea typeface="ＭＳ Ｐゴシック" pitchFamily="34" charset="-128"/>
              </a:rPr>
            </a:br>
            <a:r>
              <a:rPr lang="en-US" sz="2000" dirty="0">
                <a:ea typeface="ＭＳ Ｐゴシック" pitchFamily="34" charset="-128"/>
              </a:rPr>
              <a:t>frequency, or volume</a:t>
            </a:r>
          </a:p>
          <a:p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Performance Testing:   </a:t>
            </a:r>
            <a:r>
              <a:rPr lang="en-US" sz="2000" dirty="0">
                <a:ea typeface="ＭＳ Ｐゴシック" pitchFamily="34" charset="-128"/>
              </a:rPr>
              <a:t>test the run-time performance of software within the context of an</a:t>
            </a:r>
            <a:br>
              <a:rPr lang="en-US" sz="2000" dirty="0">
                <a:ea typeface="ＭＳ Ｐゴシック" pitchFamily="34" charset="-128"/>
              </a:rPr>
            </a:br>
            <a:r>
              <a:rPr lang="en-US" sz="2000" dirty="0">
                <a:ea typeface="ＭＳ Ｐゴシック" pitchFamily="34" charset="-128"/>
              </a:rPr>
              <a:t>integrated system (e.g. time required to response a request, compliance with operational constraints)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5E82F24-A3EC-0888-5332-9E5F229F46B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033189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Debugging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1182" y="2039815"/>
            <a:ext cx="11099408" cy="3804394"/>
          </a:xfrm>
        </p:spPr>
        <p:txBody>
          <a:bodyPr>
            <a:noAutofit/>
          </a:bodyPr>
          <a:lstStyle/>
          <a:p>
            <a:pPr marL="0" indent="0">
              <a:buFont typeface="Wingdings" pitchFamily="2" charset="2"/>
              <a:buChar char="q"/>
            </a:pPr>
            <a:r>
              <a:rPr lang="en-US" sz="2000" dirty="0">
                <a:ea typeface="ＭＳ Ｐゴシック" pitchFamily="34" charset="-128"/>
              </a:rPr>
              <a:t>  In many cases, the non-corresponding data are a symptom of an underlying cause as yet hidden error</a:t>
            </a:r>
          </a:p>
          <a:p>
            <a:pPr marL="0" indent="0">
              <a:buFont typeface="Wingdings" pitchFamily="2" charset="2"/>
              <a:buChar char="q"/>
            </a:pPr>
            <a:r>
              <a:rPr lang="en-US" sz="2000" dirty="0">
                <a:ea typeface="ＭＳ Ｐゴシック" pitchFamily="34" charset="-128"/>
              </a:rPr>
              <a:t>  The debugging process attempts to match symptom with cause, thereby leading to error correction</a:t>
            </a:r>
            <a:br>
              <a:rPr lang="en-US" sz="2000" dirty="0">
                <a:ea typeface="ＭＳ Ｐゴシック" pitchFamily="34" charset="-128"/>
              </a:rPr>
            </a:br>
            <a:endParaRPr lang="en-US" sz="2000" dirty="0">
              <a:ea typeface="ＭＳ Ｐゴシック" pitchFamily="34" charset="-128"/>
            </a:endParaRPr>
          </a:p>
          <a:p>
            <a:pPr marL="0" indent="0"/>
            <a:r>
              <a:rPr lang="en-US" sz="2000" dirty="0">
                <a:ea typeface="ＭＳ Ｐゴシック" pitchFamily="34" charset="-128"/>
              </a:rPr>
              <a:t>  symptom may disappear when another problem is fixed</a:t>
            </a:r>
          </a:p>
          <a:p>
            <a:pPr marL="0" indent="0"/>
            <a:r>
              <a:rPr lang="en-US" sz="2000" dirty="0">
                <a:ea typeface="ＭＳ Ｐゴシック" pitchFamily="34" charset="-128"/>
              </a:rPr>
              <a:t>  cause may be due to a combination of non-errors</a:t>
            </a:r>
          </a:p>
          <a:p>
            <a:pPr marL="0" indent="0"/>
            <a:r>
              <a:rPr lang="en-US" sz="2000" dirty="0">
                <a:ea typeface="ＭＳ Ｐゴシック" pitchFamily="34" charset="-128"/>
              </a:rPr>
              <a:t>  cause may be due to a system or compiler error</a:t>
            </a:r>
          </a:p>
          <a:p>
            <a:pPr marL="0" indent="0"/>
            <a:r>
              <a:rPr lang="en-US" sz="2000" dirty="0">
                <a:ea typeface="ＭＳ Ｐゴシック" pitchFamily="34" charset="-128"/>
              </a:rPr>
              <a:t>  cause may be due to assumptions that everyone believes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E685E7-3EB6-B116-7DBF-E811B89F9E3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71650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Debugging 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233" y="2039815"/>
            <a:ext cx="11296357" cy="4431323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Font typeface="Wingdings" pitchFamily="2" charset="2"/>
              <a:buChar char="q"/>
            </a:pPr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Brute force testing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ea typeface="ＭＳ Ｐゴシック" pitchFamily="34" charset="-128"/>
              </a:rPr>
              <a:t>most common; but least efficient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ea typeface="ＭＳ Ｐゴシック" pitchFamily="34" charset="-128"/>
              </a:rPr>
              <a:t>memory dumps are taken, run-time traces are invoked, and the program is loaded with output statements</a:t>
            </a:r>
            <a:r>
              <a:rPr lang="en-US" sz="2000" b="1" dirty="0">
                <a:ea typeface="ＭＳ Ｐゴシック" pitchFamily="34" charset="-128"/>
              </a:rPr>
              <a:t> (</a:t>
            </a:r>
            <a:r>
              <a:rPr lang="en-US" sz="2000" b="1">
                <a:ea typeface="ＭＳ Ｐゴシック" pitchFamily="34" charset="-128"/>
              </a:rPr>
              <a:t>Dynamic Testing</a:t>
            </a:r>
            <a:r>
              <a:rPr lang="en-US" sz="2000" b="1" dirty="0">
                <a:ea typeface="ＭＳ Ｐゴシック" pitchFamily="34" charset="-128"/>
              </a:rPr>
              <a:t>)</a:t>
            </a:r>
            <a:br>
              <a:rPr lang="en-US" sz="2000" b="1" dirty="0">
                <a:ea typeface="ＭＳ Ｐゴシック" pitchFamily="34" charset="-128"/>
              </a:rPr>
            </a:br>
            <a:endParaRPr lang="en-US" sz="2000" b="1" dirty="0">
              <a:ea typeface="ＭＳ Ｐゴシック" pitchFamily="34" charset="-128"/>
            </a:endParaRPr>
          </a:p>
          <a:p>
            <a:pPr>
              <a:lnSpc>
                <a:spcPct val="80000"/>
              </a:lnSpc>
              <a:buFont typeface="Wingdings" pitchFamily="2" charset="2"/>
              <a:buChar char="q"/>
            </a:pPr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Backtracking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ea typeface="ＭＳ Ｐゴシック" pitchFamily="34" charset="-128"/>
              </a:rPr>
              <a:t>common debugging approach that can be used successfully in small programs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ea typeface="ＭＳ Ｐゴシック" pitchFamily="34" charset="-128"/>
              </a:rPr>
              <a:t>source code is traced backward (manually) until the cause is found</a:t>
            </a:r>
            <a:r>
              <a:rPr lang="en-US" sz="2000" b="1" dirty="0">
                <a:ea typeface="ＭＳ Ｐゴシック" pitchFamily="34" charset="-128"/>
              </a:rPr>
              <a:t> </a:t>
            </a:r>
            <a:br>
              <a:rPr lang="en-US" sz="2000" b="1" dirty="0">
                <a:ea typeface="ＭＳ Ｐゴシック" pitchFamily="34" charset="-128"/>
              </a:rPr>
            </a:br>
            <a:endParaRPr lang="en-US" sz="2000" b="1" dirty="0">
              <a:ea typeface="ＭＳ Ｐゴシック" pitchFamily="34" charset="-128"/>
            </a:endParaRPr>
          </a:p>
          <a:p>
            <a:pPr>
              <a:lnSpc>
                <a:spcPct val="80000"/>
              </a:lnSpc>
              <a:buFont typeface="Wingdings" pitchFamily="2" charset="2"/>
              <a:buChar char="q"/>
            </a:pPr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Cause elimination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ea typeface="ＭＳ Ｐゴシック" pitchFamily="34" charset="-128"/>
              </a:rPr>
              <a:t>a “cause hypothesis” is devised</a:t>
            </a:r>
            <a:endParaRPr lang="en-US" sz="2000" b="1" dirty="0">
              <a:ea typeface="ＭＳ Ｐゴシック" pitchFamily="34" charset="-128"/>
            </a:endParaRPr>
          </a:p>
          <a:p>
            <a:pPr lvl="1">
              <a:lnSpc>
                <a:spcPct val="80000"/>
              </a:lnSpc>
            </a:pPr>
            <a:r>
              <a:rPr lang="en-US" sz="2000" dirty="0">
                <a:ea typeface="ＭＳ Ｐゴシック" pitchFamily="34" charset="-128"/>
              </a:rPr>
              <a:t>if initial tests indicate that a particular cause hypothesis shows promise, data are refined in an attempt to isolate the bug (c/a-b where the possibility of a-b is zero)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D76486-48B2-CEAB-E7AE-19029CFBB9C0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716750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White-box 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453" y="2124221"/>
            <a:ext cx="10874326" cy="279947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200" dirty="0">
                <a:ea typeface="ＭＳ Ｐゴシック" pitchFamily="34" charset="-128"/>
              </a:rPr>
              <a:t>Using white-box testing methods, you can derive test cases that</a:t>
            </a:r>
          </a:p>
          <a:p>
            <a:pPr marL="457200" indent="-457200">
              <a:buAutoNum type="arabicParenBoth"/>
            </a:pPr>
            <a:r>
              <a:rPr lang="en-US" sz="2200" dirty="0">
                <a:ea typeface="ＭＳ Ｐゴシック" pitchFamily="34" charset="-128"/>
              </a:rPr>
              <a:t>guarantee that all independent paths within a module have been exercised at least once, </a:t>
            </a:r>
          </a:p>
          <a:p>
            <a:pPr marL="457200" indent="-457200">
              <a:buAutoNum type="arabicParenBoth"/>
            </a:pPr>
            <a:r>
              <a:rPr lang="en-US" sz="2200" dirty="0">
                <a:ea typeface="ＭＳ Ｐゴシック" pitchFamily="34" charset="-128"/>
              </a:rPr>
              <a:t>exercise all logical decisions on their true and false sides, </a:t>
            </a:r>
          </a:p>
          <a:p>
            <a:pPr marL="457200" indent="-457200">
              <a:buAutoNum type="arabicParenBoth"/>
            </a:pPr>
            <a:r>
              <a:rPr lang="en-US" sz="2200" dirty="0">
                <a:ea typeface="ＭＳ Ｐゴシック" pitchFamily="34" charset="-128"/>
              </a:rPr>
              <a:t>execute all loops at their boundaries and within their operational bounds, and </a:t>
            </a:r>
          </a:p>
          <a:p>
            <a:pPr marL="457200" indent="-457200">
              <a:buAutoNum type="arabicParenBoth"/>
            </a:pPr>
            <a:r>
              <a:rPr lang="en-US" sz="2200" dirty="0">
                <a:ea typeface="ＭＳ Ｐゴシック" pitchFamily="34" charset="-128"/>
              </a:rPr>
              <a:t>exercise internal data structures to ensure their validity.</a:t>
            </a:r>
          </a:p>
          <a:p>
            <a:pPr>
              <a:lnSpc>
                <a:spcPct val="80000"/>
              </a:lnSpc>
              <a:buFont typeface="Wingdings" pitchFamily="2" charset="2"/>
              <a:buChar char="q"/>
            </a:pPr>
            <a:endParaRPr lang="en-US" sz="2000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1C1A0EB-8D7F-A221-5A0E-3509F08761C6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98201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Black-box  testing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954" y="1972494"/>
            <a:ext cx="11025052" cy="4400172"/>
          </a:xfrm>
        </p:spPr>
        <p:txBody>
          <a:bodyPr>
            <a:noAutofit/>
          </a:bodyPr>
          <a:lstStyle/>
          <a:p>
            <a:r>
              <a:rPr lang="en-US" sz="2200" dirty="0">
                <a:ea typeface="ＭＳ Ｐゴシック" pitchFamily="34" charset="-128"/>
              </a:rPr>
              <a:t>Focuses on the functional requirements of the software</a:t>
            </a:r>
          </a:p>
          <a:p>
            <a:r>
              <a:rPr lang="en-US" sz="2200" dirty="0">
                <a:ea typeface="ＭＳ Ｐゴシック" pitchFamily="34" charset="-128"/>
              </a:rPr>
              <a:t>Black-box testing attempts to find errors in the following categories: </a:t>
            </a:r>
          </a:p>
          <a:p>
            <a:pPr marL="457200" indent="-457200">
              <a:buAutoNum type="arabicParenBoth"/>
            </a:pPr>
            <a:r>
              <a:rPr lang="en-US" sz="2200" dirty="0">
                <a:ea typeface="ＭＳ Ｐゴシック" pitchFamily="34" charset="-128"/>
              </a:rPr>
              <a:t>incorrect or missing functions</a:t>
            </a:r>
          </a:p>
          <a:p>
            <a:pPr marL="457200" indent="-457200">
              <a:buAutoNum type="arabicParenBoth"/>
            </a:pPr>
            <a:r>
              <a:rPr lang="en-US" sz="2200" dirty="0">
                <a:ea typeface="ＭＳ Ｐゴシック" pitchFamily="34" charset="-128"/>
              </a:rPr>
              <a:t>interface errors</a:t>
            </a:r>
          </a:p>
          <a:p>
            <a:pPr marL="457200" indent="-457200">
              <a:buAutoNum type="arabicParenBoth"/>
            </a:pPr>
            <a:r>
              <a:rPr lang="en-US" sz="2200" dirty="0">
                <a:ea typeface="ＭＳ Ｐゴシック" pitchFamily="34" charset="-128"/>
              </a:rPr>
              <a:t>errors in external database access (accessibility)</a:t>
            </a:r>
          </a:p>
          <a:p>
            <a:pPr marL="457200" indent="-457200">
              <a:buAutoNum type="arabicParenBoth"/>
            </a:pPr>
            <a:r>
              <a:rPr lang="en-US" sz="2200" dirty="0">
                <a:ea typeface="ＭＳ Ｐゴシック" pitchFamily="34" charset="-128"/>
              </a:rPr>
              <a:t>behavior or performance errors</a:t>
            </a:r>
          </a:p>
          <a:p>
            <a:pPr marL="457200" indent="-457200">
              <a:buAutoNum type="arabicParenBoth"/>
            </a:pPr>
            <a:r>
              <a:rPr lang="en-US" sz="2200" dirty="0">
                <a:ea typeface="ＭＳ Ｐゴシック" pitchFamily="34" charset="-128"/>
              </a:rPr>
              <a:t>initialization and termination errors</a:t>
            </a:r>
          </a:p>
          <a:p>
            <a:endParaRPr lang="en-US" sz="2200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AB76901-62E9-610F-5377-9040C3457424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348842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4FE8D-B15A-9386-46EA-55D305905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Case sample</a:t>
            </a:r>
          </a:p>
        </p:txBody>
      </p:sp>
      <p:pic>
        <p:nvPicPr>
          <p:cNvPr id="6" name="Content Placeholder 5" descr="A close-up of a document&#10;&#10;AI-generated content may be incorrect.">
            <a:extLst>
              <a:ext uri="{FF2B5EF4-FFF2-40B4-BE49-F238E27FC236}">
                <a16:creationId xmlns:a16="http://schemas.microsoft.com/office/drawing/2014/main" id="{CBE8F1A9-7DB0-FC45-D212-8A10B6A564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363" y="1823503"/>
            <a:ext cx="10946779" cy="503449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1F1D1-BD95-6550-414A-23E049917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0880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23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C655E9A-B39E-EF11-12B3-28765791A4D5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1B08CE58D0E4DB7DCF78F42E3FEBF" ma:contentTypeVersion="3" ma:contentTypeDescription="Create a new document." ma:contentTypeScope="" ma:versionID="757dbd7693dedb3ffd0ef762adf4c17f">
  <xsd:schema xmlns:xsd="http://www.w3.org/2001/XMLSchema" xmlns:xs="http://www.w3.org/2001/XMLSchema" xmlns:p="http://schemas.microsoft.com/office/2006/metadata/properties" xmlns:ns2="76186025-a0d9-4e7f-b068-4d7f27a934af" targetNamespace="http://schemas.microsoft.com/office/2006/metadata/properties" ma:root="true" ma:fieldsID="4e47dd67fc0f33d87798bdaf03a981ee" ns2:_="">
    <xsd:import namespace="76186025-a0d9-4e7f-b068-4d7f27a934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186025-a0d9-4e7f-b068-4d7f27a934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73CBE6F-191B-44A1-BE12-D958FAA22756}"/>
</file>

<file path=customXml/itemProps2.xml><?xml version="1.0" encoding="utf-8"?>
<ds:datastoreItem xmlns:ds="http://schemas.openxmlformats.org/officeDocument/2006/customXml" ds:itemID="{7A013DA2-32A4-4A1F-B6DC-15CD9DE1C75C}"/>
</file>

<file path=customXml/itemProps3.xml><?xml version="1.0" encoding="utf-8"?>
<ds:datastoreItem xmlns:ds="http://schemas.openxmlformats.org/officeDocument/2006/customXml" ds:itemID="{6FAA33C8-A2A2-4C02-BCEF-F0D7A2A7B2C4}"/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1204</Words>
  <Application>Microsoft Office PowerPoint</Application>
  <PresentationFormat>Widescreen</PresentationFormat>
  <Paragraphs>132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ＭＳ Ｐゴシック</vt:lpstr>
      <vt:lpstr>Calibri</vt:lpstr>
      <vt:lpstr>Georgia</vt:lpstr>
      <vt:lpstr>Gill Sans MT</vt:lpstr>
      <vt:lpstr>Wingdings</vt:lpstr>
      <vt:lpstr>Wingdings 2</vt:lpstr>
      <vt:lpstr>Dividend</vt:lpstr>
      <vt:lpstr>PowerPoint Presentation</vt:lpstr>
      <vt:lpstr>Software  testing</vt:lpstr>
      <vt:lpstr>Who tests the software?</vt:lpstr>
      <vt:lpstr>V &amp; V</vt:lpstr>
      <vt:lpstr>Testing Strategy</vt:lpstr>
      <vt:lpstr>Unit  testing</vt:lpstr>
      <vt:lpstr>Integration  testing  strategies</vt:lpstr>
      <vt:lpstr>smoke  testing</vt:lpstr>
      <vt:lpstr>Object-oriented  testing</vt:lpstr>
      <vt:lpstr>Higher  order  testing</vt:lpstr>
      <vt:lpstr>Debugging</vt:lpstr>
      <vt:lpstr>Debugging  techniques</vt:lpstr>
      <vt:lpstr>White-box  testing</vt:lpstr>
      <vt:lpstr>Black-box  testing</vt:lpstr>
      <vt:lpstr>Test Case sample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Ch.10 - Software Testing</dc:title>
  <dc:subject>Software Engineering</dc:subject>
  <dc:creator>M. Mahmudul Hasan</dc:creator>
  <cp:lastModifiedBy>MEJBAH AHAMMAD</cp:lastModifiedBy>
  <cp:revision>55</cp:revision>
  <dcterms:created xsi:type="dcterms:W3CDTF">2019-05-13T08:37:20Z</dcterms:created>
  <dcterms:modified xsi:type="dcterms:W3CDTF">2026-04-14T14:08:35Z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0x010100D7C1B08CE58D0E4DB7DCF78F42E3FEBF</vt:lpwstr>
  </property>
</Properties>
</file>