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30" r:id="rId3"/>
    <p:sldId id="313" r:id="rId4"/>
    <p:sldId id="326" r:id="rId5"/>
    <p:sldId id="296" r:id="rId6"/>
    <p:sldId id="324" r:id="rId7"/>
    <p:sldId id="303" r:id="rId8"/>
    <p:sldId id="304" r:id="rId9"/>
    <p:sldId id="305" r:id="rId10"/>
    <p:sldId id="307" r:id="rId11"/>
    <p:sldId id="308" r:id="rId12"/>
    <p:sldId id="309" r:id="rId13"/>
    <p:sldId id="310" r:id="rId14"/>
    <p:sldId id="320" r:id="rId15"/>
    <p:sldId id="33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027325-C96D-41DA-9E32-FC7FB048F467}" v="18" dt="2025-04-26T12:49:06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75" d="100"/>
          <a:sy n="75" d="100"/>
        </p:scale>
        <p:origin x="751" y="2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5E027325-C96D-41DA-9E32-FC7FB048F467}"/>
    <pc:docChg chg="custSel modSld">
      <pc:chgData name="Saikat Baul" userId="dae859d7-ea3e-4a5d-83a1-d953f3940120" providerId="ADAL" clId="{5E027325-C96D-41DA-9E32-FC7FB048F467}" dt="2025-04-26T12:49:06.309" v="42"/>
      <pc:docMkLst>
        <pc:docMk/>
      </pc:docMkLst>
      <pc:sldChg chg="addSp delSp modSp mod">
        <pc:chgData name="Saikat Baul" userId="dae859d7-ea3e-4a5d-83a1-d953f3940120" providerId="ADAL" clId="{5E027325-C96D-41DA-9E32-FC7FB048F467}" dt="2025-04-26T12:49:06.309" v="42"/>
        <pc:sldMkLst>
          <pc:docMk/>
          <pc:sldMk cId="2664565021" sldId="256"/>
        </pc:sldMkLst>
        <pc:spChg chg="add mod">
          <ac:chgData name="Saikat Baul" userId="dae859d7-ea3e-4a5d-83a1-d953f3940120" providerId="ADAL" clId="{5E027325-C96D-41DA-9E32-FC7FB048F467}" dt="2025-04-26T12:49:06.309" v="42"/>
          <ac:spMkLst>
            <pc:docMk/>
            <pc:sldMk cId="2664565021" sldId="256"/>
            <ac:spMk id="2" creationId="{B91E43EC-4F91-2575-E6D6-CF76A38C96CD}"/>
          </ac:spMkLst>
        </pc:spChg>
        <pc:spChg chg="del">
          <ac:chgData name="Saikat Baul" userId="dae859d7-ea3e-4a5d-83a1-d953f3940120" providerId="ADAL" clId="{5E027325-C96D-41DA-9E32-FC7FB048F467}" dt="2025-04-26T12:48:44.167" v="41" actId="478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Saikat Baul" userId="dae859d7-ea3e-4a5d-83a1-d953f3940120" providerId="ADAL" clId="{5E027325-C96D-41DA-9E32-FC7FB048F467}" dt="2025-04-26T12:48:44.167" v="41" actId="478"/>
          <ac:picMkLst>
            <pc:docMk/>
            <pc:sldMk cId="2664565021" sldId="256"/>
            <ac:picMk id="25" creationId="{50ADB631-A102-4E27-9E4F-8BEAA32309AE}"/>
          </ac:picMkLst>
        </pc:picChg>
        <pc:picChg chg="del">
          <ac:chgData name="Saikat Baul" userId="dae859d7-ea3e-4a5d-83a1-d953f3940120" providerId="ADAL" clId="{5E027325-C96D-41DA-9E32-FC7FB048F467}" dt="2025-04-26T12:48:44.167" v="41" actId="478"/>
          <ac:picMkLst>
            <pc:docMk/>
            <pc:sldMk cId="2664565021" sldId="256"/>
            <ac:picMk id="26" creationId="{5178D95F-BBA9-4DB7-8929-D0378B8248EA}"/>
          </ac:picMkLst>
        </pc:picChg>
        <pc:picChg chg="del">
          <ac:chgData name="Saikat Baul" userId="dae859d7-ea3e-4a5d-83a1-d953f3940120" providerId="ADAL" clId="{5E027325-C96D-41DA-9E32-FC7FB048F467}" dt="2025-04-26T12:48:44.167" v="41" actId="478"/>
          <ac:picMkLst>
            <pc:docMk/>
            <pc:sldMk cId="2664565021" sldId="256"/>
            <ac:picMk id="27" creationId="{6C55067C-425B-4011-BE53-FC42477C2FFE}"/>
          </ac:picMkLst>
        </pc:picChg>
      </pc:sldChg>
      <pc:sldChg chg="addSp delSp modSp mod">
        <pc:chgData name="Saikat Baul" userId="dae859d7-ea3e-4a5d-83a1-d953f3940120" providerId="ADAL" clId="{5E027325-C96D-41DA-9E32-FC7FB048F467}" dt="2025-04-26T12:47:23.574" v="15"/>
        <pc:sldMkLst>
          <pc:docMk/>
          <pc:sldMk cId="3411684674" sldId="296"/>
        </pc:sldMkLst>
        <pc:spChg chg="del">
          <ac:chgData name="Saikat Baul" userId="dae859d7-ea3e-4a5d-83a1-d953f3940120" providerId="ADAL" clId="{5E027325-C96D-41DA-9E32-FC7FB048F467}" dt="2025-04-26T12:47:22.692" v="14" actId="478"/>
          <ac:spMkLst>
            <pc:docMk/>
            <pc:sldMk cId="3411684674" sldId="296"/>
            <ac:spMk id="7" creationId="{00000000-0000-0000-0000-000000000000}"/>
          </ac:spMkLst>
        </pc:spChg>
        <pc:spChg chg="add mod">
          <ac:chgData name="Saikat Baul" userId="dae859d7-ea3e-4a5d-83a1-d953f3940120" providerId="ADAL" clId="{5E027325-C96D-41DA-9E32-FC7FB048F467}" dt="2025-04-26T12:47:23.574" v="15"/>
          <ac:spMkLst>
            <pc:docMk/>
            <pc:sldMk cId="3411684674" sldId="296"/>
            <ac:spMk id="8" creationId="{F43D8A8A-3C27-7EF3-9D57-1EB1321D5A53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32.983" v="19"/>
        <pc:sldMkLst>
          <pc:docMk/>
          <pc:sldMk cId="1719125435" sldId="303"/>
        </pc:sldMkLst>
        <pc:spChg chg="add mod">
          <ac:chgData name="Saikat Baul" userId="dae859d7-ea3e-4a5d-83a1-d953f3940120" providerId="ADAL" clId="{5E027325-C96D-41DA-9E32-FC7FB048F467}" dt="2025-04-26T12:47:32.983" v="19"/>
          <ac:spMkLst>
            <pc:docMk/>
            <pc:sldMk cId="1719125435" sldId="303"/>
            <ac:spMk id="4" creationId="{F3E5728F-F6D1-DA36-DBE6-5DFD01D33334}"/>
          </ac:spMkLst>
        </pc:spChg>
        <pc:spChg chg="del">
          <ac:chgData name="Saikat Baul" userId="dae859d7-ea3e-4a5d-83a1-d953f3940120" providerId="ADAL" clId="{5E027325-C96D-41DA-9E32-FC7FB048F467}" dt="2025-04-26T12:47:32.388" v="18" actId="478"/>
          <ac:spMkLst>
            <pc:docMk/>
            <pc:sldMk cId="1719125435" sldId="30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37.550" v="21"/>
        <pc:sldMkLst>
          <pc:docMk/>
          <pc:sldMk cId="3612961231" sldId="304"/>
        </pc:sldMkLst>
        <pc:spChg chg="add mod">
          <ac:chgData name="Saikat Baul" userId="dae859d7-ea3e-4a5d-83a1-d953f3940120" providerId="ADAL" clId="{5E027325-C96D-41DA-9E32-FC7FB048F467}" dt="2025-04-26T12:47:37.550" v="21"/>
          <ac:spMkLst>
            <pc:docMk/>
            <pc:sldMk cId="3612961231" sldId="304"/>
            <ac:spMk id="4" creationId="{1DE82E24-717A-ECFA-A322-B0978E21117F}"/>
          </ac:spMkLst>
        </pc:spChg>
        <pc:spChg chg="del">
          <ac:chgData name="Saikat Baul" userId="dae859d7-ea3e-4a5d-83a1-d953f3940120" providerId="ADAL" clId="{5E027325-C96D-41DA-9E32-FC7FB048F467}" dt="2025-04-26T12:47:36.963" v="20" actId="478"/>
          <ac:spMkLst>
            <pc:docMk/>
            <pc:sldMk cId="3612961231" sldId="304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43.417" v="23"/>
        <pc:sldMkLst>
          <pc:docMk/>
          <pc:sldMk cId="2869140721" sldId="305"/>
        </pc:sldMkLst>
        <pc:spChg chg="add mod">
          <ac:chgData name="Saikat Baul" userId="dae859d7-ea3e-4a5d-83a1-d953f3940120" providerId="ADAL" clId="{5E027325-C96D-41DA-9E32-FC7FB048F467}" dt="2025-04-26T12:47:43.417" v="23"/>
          <ac:spMkLst>
            <pc:docMk/>
            <pc:sldMk cId="2869140721" sldId="305"/>
            <ac:spMk id="4" creationId="{ED7391EB-4589-8EDB-4C91-F21E2362CE66}"/>
          </ac:spMkLst>
        </pc:spChg>
        <pc:spChg chg="del">
          <ac:chgData name="Saikat Baul" userId="dae859d7-ea3e-4a5d-83a1-d953f3940120" providerId="ADAL" clId="{5E027325-C96D-41DA-9E32-FC7FB048F467}" dt="2025-04-26T12:47:42.907" v="22" actId="478"/>
          <ac:spMkLst>
            <pc:docMk/>
            <pc:sldMk cId="2869140721" sldId="305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51.008" v="25"/>
        <pc:sldMkLst>
          <pc:docMk/>
          <pc:sldMk cId="2427455413" sldId="307"/>
        </pc:sldMkLst>
        <pc:spChg chg="add mod">
          <ac:chgData name="Saikat Baul" userId="dae859d7-ea3e-4a5d-83a1-d953f3940120" providerId="ADAL" clId="{5E027325-C96D-41DA-9E32-FC7FB048F467}" dt="2025-04-26T12:47:51.008" v="25"/>
          <ac:spMkLst>
            <pc:docMk/>
            <pc:sldMk cId="2427455413" sldId="307"/>
            <ac:spMk id="4" creationId="{8C3C4A48-23A0-0D81-5531-C1DEF5379A16}"/>
          </ac:spMkLst>
        </pc:spChg>
        <pc:spChg chg="del">
          <ac:chgData name="Saikat Baul" userId="dae859d7-ea3e-4a5d-83a1-d953f3940120" providerId="ADAL" clId="{5E027325-C96D-41DA-9E32-FC7FB048F467}" dt="2025-04-26T12:47:50.188" v="24" actId="478"/>
          <ac:spMkLst>
            <pc:docMk/>
            <pc:sldMk cId="2427455413" sldId="307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57.079" v="27"/>
        <pc:sldMkLst>
          <pc:docMk/>
          <pc:sldMk cId="2463272233" sldId="308"/>
        </pc:sldMkLst>
        <pc:spChg chg="add mod">
          <ac:chgData name="Saikat Baul" userId="dae859d7-ea3e-4a5d-83a1-d953f3940120" providerId="ADAL" clId="{5E027325-C96D-41DA-9E32-FC7FB048F467}" dt="2025-04-26T12:47:57.079" v="27"/>
          <ac:spMkLst>
            <pc:docMk/>
            <pc:sldMk cId="2463272233" sldId="308"/>
            <ac:spMk id="4" creationId="{0CB6686F-2F25-D160-85B3-BF62DFF2EBD9}"/>
          </ac:spMkLst>
        </pc:spChg>
        <pc:spChg chg="del">
          <ac:chgData name="Saikat Baul" userId="dae859d7-ea3e-4a5d-83a1-d953f3940120" providerId="ADAL" clId="{5E027325-C96D-41DA-9E32-FC7FB048F467}" dt="2025-04-26T12:47:56.415" v="26" actId="478"/>
          <ac:spMkLst>
            <pc:docMk/>
            <pc:sldMk cId="2463272233" sldId="30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8:02.702" v="29"/>
        <pc:sldMkLst>
          <pc:docMk/>
          <pc:sldMk cId="1557157518" sldId="309"/>
        </pc:sldMkLst>
        <pc:spChg chg="add mod">
          <ac:chgData name="Saikat Baul" userId="dae859d7-ea3e-4a5d-83a1-d953f3940120" providerId="ADAL" clId="{5E027325-C96D-41DA-9E32-FC7FB048F467}" dt="2025-04-26T12:48:02.702" v="29"/>
          <ac:spMkLst>
            <pc:docMk/>
            <pc:sldMk cId="1557157518" sldId="309"/>
            <ac:spMk id="4" creationId="{CB1AA0E4-F247-D59F-67CD-6CF6EEB5FD68}"/>
          </ac:spMkLst>
        </pc:spChg>
        <pc:spChg chg="del">
          <ac:chgData name="Saikat Baul" userId="dae859d7-ea3e-4a5d-83a1-d953f3940120" providerId="ADAL" clId="{5E027325-C96D-41DA-9E32-FC7FB048F467}" dt="2025-04-26T12:48:02.249" v="28" actId="478"/>
          <ac:spMkLst>
            <pc:docMk/>
            <pc:sldMk cId="1557157518" sldId="309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8:09.897" v="31"/>
        <pc:sldMkLst>
          <pc:docMk/>
          <pc:sldMk cId="2711985808" sldId="310"/>
        </pc:sldMkLst>
        <pc:spChg chg="add mod">
          <ac:chgData name="Saikat Baul" userId="dae859d7-ea3e-4a5d-83a1-d953f3940120" providerId="ADAL" clId="{5E027325-C96D-41DA-9E32-FC7FB048F467}" dt="2025-04-26T12:48:09.897" v="31"/>
          <ac:spMkLst>
            <pc:docMk/>
            <pc:sldMk cId="2711985808" sldId="310"/>
            <ac:spMk id="4" creationId="{84201988-F406-C6F2-5CE3-AD2ECFA2D9F1}"/>
          </ac:spMkLst>
        </pc:spChg>
        <pc:spChg chg="del">
          <ac:chgData name="Saikat Baul" userId="dae859d7-ea3e-4a5d-83a1-d953f3940120" providerId="ADAL" clId="{5E027325-C96D-41DA-9E32-FC7FB048F467}" dt="2025-04-26T12:48:09.416" v="30" actId="478"/>
          <ac:spMkLst>
            <pc:docMk/>
            <pc:sldMk cId="2711985808" sldId="310"/>
            <ac:spMk id="8" creationId="{00000000-0000-0000-0000-000000000000}"/>
          </ac:spMkLst>
        </pc:spChg>
      </pc:sldChg>
      <pc:sldChg chg="addSp modSp">
        <pc:chgData name="Saikat Baul" userId="dae859d7-ea3e-4a5d-83a1-d953f3940120" providerId="ADAL" clId="{5E027325-C96D-41DA-9E32-FC7FB048F467}" dt="2025-04-26T12:48:36.116" v="40"/>
        <pc:sldMkLst>
          <pc:docMk/>
          <pc:sldMk cId="64039236" sldId="311"/>
        </pc:sldMkLst>
        <pc:spChg chg="add mod">
          <ac:chgData name="Saikat Baul" userId="dae859d7-ea3e-4a5d-83a1-d953f3940120" providerId="ADAL" clId="{5E027325-C96D-41DA-9E32-FC7FB048F467}" dt="2025-04-26T12:48:36.116" v="40"/>
          <ac:spMkLst>
            <pc:docMk/>
            <pc:sldMk cId="64039236" sldId="311"/>
            <ac:spMk id="4" creationId="{182011AA-572A-8934-58ED-1896F6FDB302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01.229" v="9"/>
        <pc:sldMkLst>
          <pc:docMk/>
          <pc:sldMk cId="2314189185" sldId="313"/>
        </pc:sldMkLst>
        <pc:spChg chg="add mod">
          <ac:chgData name="Saikat Baul" userId="dae859d7-ea3e-4a5d-83a1-d953f3940120" providerId="ADAL" clId="{5E027325-C96D-41DA-9E32-FC7FB048F467}" dt="2025-04-26T12:47:01.229" v="9"/>
          <ac:spMkLst>
            <pc:docMk/>
            <pc:sldMk cId="2314189185" sldId="313"/>
            <ac:spMk id="4" creationId="{855BEC4A-ECC5-400F-8240-3B179A130741}"/>
          </ac:spMkLst>
        </pc:spChg>
        <pc:spChg chg="del">
          <ac:chgData name="Saikat Baul" userId="dae859d7-ea3e-4a5d-83a1-d953f3940120" providerId="ADAL" clId="{5E027325-C96D-41DA-9E32-FC7FB048F467}" dt="2025-04-26T12:46:59.981" v="8" actId="478"/>
          <ac:spMkLst>
            <pc:docMk/>
            <pc:sldMk cId="2314189185" sldId="31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15.878" v="13"/>
        <pc:sldMkLst>
          <pc:docMk/>
          <pc:sldMk cId="1898353374" sldId="314"/>
        </pc:sldMkLst>
        <pc:spChg chg="add mod">
          <ac:chgData name="Saikat Baul" userId="dae859d7-ea3e-4a5d-83a1-d953f3940120" providerId="ADAL" clId="{5E027325-C96D-41DA-9E32-FC7FB048F467}" dt="2025-04-26T12:47:15.878" v="13"/>
          <ac:spMkLst>
            <pc:docMk/>
            <pc:sldMk cId="1898353374" sldId="314"/>
            <ac:spMk id="3" creationId="{3BF0408F-94C4-D04C-D3DF-CB944488B9CB}"/>
          </ac:spMkLst>
        </pc:spChg>
        <pc:spChg chg="del">
          <ac:chgData name="Saikat Baul" userId="dae859d7-ea3e-4a5d-83a1-d953f3940120" providerId="ADAL" clId="{5E027325-C96D-41DA-9E32-FC7FB048F467}" dt="2025-04-26T12:47:15.216" v="12" actId="478"/>
          <ac:spMkLst>
            <pc:docMk/>
            <pc:sldMk cId="1898353374" sldId="314"/>
            <ac:spMk id="73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8:20.851" v="35"/>
        <pc:sldMkLst>
          <pc:docMk/>
          <pc:sldMk cId="3301014068" sldId="316"/>
        </pc:sldMkLst>
        <pc:spChg chg="add mod">
          <ac:chgData name="Saikat Baul" userId="dae859d7-ea3e-4a5d-83a1-d953f3940120" providerId="ADAL" clId="{5E027325-C96D-41DA-9E32-FC7FB048F467}" dt="2025-04-26T12:48:20.851" v="35"/>
          <ac:spMkLst>
            <pc:docMk/>
            <pc:sldMk cId="3301014068" sldId="316"/>
            <ac:spMk id="4" creationId="{DEA4D107-D814-1175-7B2A-13F226169D0A}"/>
          </ac:spMkLst>
        </pc:spChg>
        <pc:spChg chg="del">
          <ac:chgData name="Saikat Baul" userId="dae859d7-ea3e-4a5d-83a1-d953f3940120" providerId="ADAL" clId="{5E027325-C96D-41DA-9E32-FC7FB048F467}" dt="2025-04-26T12:48:20.329" v="34" actId="478"/>
          <ac:spMkLst>
            <pc:docMk/>
            <pc:sldMk cId="3301014068" sldId="316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8:16.560" v="33"/>
        <pc:sldMkLst>
          <pc:docMk/>
          <pc:sldMk cId="2707303618" sldId="317"/>
        </pc:sldMkLst>
        <pc:spChg chg="add mod">
          <ac:chgData name="Saikat Baul" userId="dae859d7-ea3e-4a5d-83a1-d953f3940120" providerId="ADAL" clId="{5E027325-C96D-41DA-9E32-FC7FB048F467}" dt="2025-04-26T12:48:16.560" v="33"/>
          <ac:spMkLst>
            <pc:docMk/>
            <pc:sldMk cId="2707303618" sldId="317"/>
            <ac:spMk id="4" creationId="{AA4376D3-91BB-4D77-9E1F-F38E8BF5F548}"/>
          </ac:spMkLst>
        </pc:spChg>
        <pc:spChg chg="del">
          <ac:chgData name="Saikat Baul" userId="dae859d7-ea3e-4a5d-83a1-d953f3940120" providerId="ADAL" clId="{5E027325-C96D-41DA-9E32-FC7FB048F467}" dt="2025-04-26T12:48:15.867" v="32" actId="478"/>
          <ac:spMkLst>
            <pc:docMk/>
            <pc:sldMk cId="2707303618" sldId="317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8:26.705" v="37"/>
        <pc:sldMkLst>
          <pc:docMk/>
          <pc:sldMk cId="1290519259" sldId="318"/>
        </pc:sldMkLst>
        <pc:spChg chg="add mod">
          <ac:chgData name="Saikat Baul" userId="dae859d7-ea3e-4a5d-83a1-d953f3940120" providerId="ADAL" clId="{5E027325-C96D-41DA-9E32-FC7FB048F467}" dt="2025-04-26T12:48:26.705" v="37"/>
          <ac:spMkLst>
            <pc:docMk/>
            <pc:sldMk cId="1290519259" sldId="318"/>
            <ac:spMk id="4" creationId="{6B5C3DF2-C739-983B-4983-7D32B299B976}"/>
          </ac:spMkLst>
        </pc:spChg>
        <pc:spChg chg="del">
          <ac:chgData name="Saikat Baul" userId="dae859d7-ea3e-4a5d-83a1-d953f3940120" providerId="ADAL" clId="{5E027325-C96D-41DA-9E32-FC7FB048F467}" dt="2025-04-26T12:48:26.179" v="36" actId="478"/>
          <ac:spMkLst>
            <pc:docMk/>
            <pc:sldMk cId="1290519259" sldId="31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8:32.405" v="39"/>
        <pc:sldMkLst>
          <pc:docMk/>
          <pc:sldMk cId="1854875076" sldId="320"/>
        </pc:sldMkLst>
        <pc:spChg chg="add mod">
          <ac:chgData name="Saikat Baul" userId="dae859d7-ea3e-4a5d-83a1-d953f3940120" providerId="ADAL" clId="{5E027325-C96D-41DA-9E32-FC7FB048F467}" dt="2025-04-26T12:48:32.405" v="39"/>
          <ac:spMkLst>
            <pc:docMk/>
            <pc:sldMk cId="1854875076" sldId="320"/>
            <ac:spMk id="3" creationId="{A3C60F8E-2BE4-AF17-7BE0-4AF764704728}"/>
          </ac:spMkLst>
        </pc:spChg>
        <pc:spChg chg="del">
          <ac:chgData name="Saikat Baul" userId="dae859d7-ea3e-4a5d-83a1-d953f3940120" providerId="ADAL" clId="{5E027325-C96D-41DA-9E32-FC7FB048F467}" dt="2025-04-26T12:48:31.824" v="38" actId="478"/>
          <ac:spMkLst>
            <pc:docMk/>
            <pc:sldMk cId="1854875076" sldId="320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28.233" v="17"/>
        <pc:sldMkLst>
          <pc:docMk/>
          <pc:sldMk cId="3189184337" sldId="324"/>
        </pc:sldMkLst>
        <pc:spChg chg="add mod">
          <ac:chgData name="Saikat Baul" userId="dae859d7-ea3e-4a5d-83a1-d953f3940120" providerId="ADAL" clId="{5E027325-C96D-41DA-9E32-FC7FB048F467}" dt="2025-04-26T12:47:28.233" v="17"/>
          <ac:spMkLst>
            <pc:docMk/>
            <pc:sldMk cId="3189184337" sldId="324"/>
            <ac:spMk id="4" creationId="{C6012093-E89C-9445-FF72-D757527AFA51}"/>
          </ac:spMkLst>
        </pc:spChg>
        <pc:spChg chg="del">
          <ac:chgData name="Saikat Baul" userId="dae859d7-ea3e-4a5d-83a1-d953f3940120" providerId="ADAL" clId="{5E027325-C96D-41DA-9E32-FC7FB048F467}" dt="2025-04-26T12:47:27.712" v="16" actId="478"/>
          <ac:spMkLst>
            <pc:docMk/>
            <pc:sldMk cId="3189184337" sldId="324"/>
            <ac:spMk id="6" creationId="{00000000-0000-0000-0000-000000000000}"/>
          </ac:spMkLst>
        </pc:spChg>
      </pc:sldChg>
      <pc:sldChg chg="modSp mod">
        <pc:chgData name="Saikat Baul" userId="dae859d7-ea3e-4a5d-83a1-d953f3940120" providerId="ADAL" clId="{5E027325-C96D-41DA-9E32-FC7FB048F467}" dt="2025-04-26T12:46:52.511" v="7" actId="122"/>
        <pc:sldMkLst>
          <pc:docMk/>
          <pc:sldMk cId="3504694806" sldId="325"/>
        </pc:sldMkLst>
        <pc:spChg chg="mod">
          <ac:chgData name="Saikat Baul" userId="dae859d7-ea3e-4a5d-83a1-d953f3940120" providerId="ADAL" clId="{5E027325-C96D-41DA-9E32-FC7FB048F467}" dt="2025-04-26T12:46:52.511" v="7" actId="122"/>
          <ac:spMkLst>
            <pc:docMk/>
            <pc:sldMk cId="3504694806" sldId="325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5E027325-C96D-41DA-9E32-FC7FB048F467}" dt="2025-04-26T12:47:06.839" v="11"/>
        <pc:sldMkLst>
          <pc:docMk/>
          <pc:sldMk cId="1409950253" sldId="326"/>
        </pc:sldMkLst>
        <pc:spChg chg="add mod">
          <ac:chgData name="Saikat Baul" userId="dae859d7-ea3e-4a5d-83a1-d953f3940120" providerId="ADAL" clId="{5E027325-C96D-41DA-9E32-FC7FB048F467}" dt="2025-04-26T12:47:06.839" v="11"/>
          <ac:spMkLst>
            <pc:docMk/>
            <pc:sldMk cId="1409950253" sldId="326"/>
            <ac:spMk id="4" creationId="{6D025315-EDA7-006F-4D90-F61AE965BBF5}"/>
          </ac:spMkLst>
        </pc:spChg>
        <pc:spChg chg="del">
          <ac:chgData name="Saikat Baul" userId="dae859d7-ea3e-4a5d-83a1-d953f3940120" providerId="ADAL" clId="{5E027325-C96D-41DA-9E32-FC7FB048F467}" dt="2025-04-26T12:47:06.223" v="10" actId="478"/>
          <ac:spMkLst>
            <pc:docMk/>
            <pc:sldMk cId="1409950253" sldId="32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Design</a:t>
            </a:r>
            <a:endParaRPr lang="en-US" sz="3000" dirty="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4623F70-8BC2-D1A9-538D-7907FB1D0287}"/>
              </a:ext>
            </a:extLst>
          </p:cNvPr>
          <p:cNvSpPr txBox="1">
            <a:spLocks/>
          </p:cNvSpPr>
          <p:nvPr/>
        </p:nvSpPr>
        <p:spPr>
          <a:xfrm>
            <a:off x="4596388" y="4697932"/>
            <a:ext cx="7113012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F2F0C-C837-BDB5-D1EA-19BC30E93401}"/>
              </a:ext>
            </a:extLst>
          </p:cNvPr>
          <p:cNvSpPr txBox="1"/>
          <p:nvPr/>
        </p:nvSpPr>
        <p:spPr>
          <a:xfrm>
            <a:off x="4511547" y="349183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Georgia" panose="02040502050405020303" pitchFamily="18" charset="0"/>
              </a:rPr>
              <a:t>Mejbah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Ahammad</a:t>
            </a:r>
            <a:r>
              <a:rPr lang="en-US" dirty="0">
                <a:latin typeface="Georgia" panose="02040502050405020303" pitchFamily="18" charset="0"/>
              </a:rPr>
              <a:t>, </a:t>
            </a:r>
          </a:p>
          <a:p>
            <a:r>
              <a:rPr lang="en-US" dirty="0">
                <a:latin typeface="Georgia" panose="02040502050405020303" pitchFamily="18" charset="0"/>
              </a:rPr>
              <a:t>Lecturer, DS,  AIUB</a:t>
            </a:r>
          </a:p>
          <a:p>
            <a:r>
              <a:rPr lang="en-US" dirty="0">
                <a:latin typeface="Georgia" panose="02040502050405020303" pitchFamily="18" charset="0"/>
              </a:rPr>
              <a:t>+8801308757586</a:t>
            </a:r>
          </a:p>
          <a:p>
            <a:r>
              <a:rPr lang="en-US" b="1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</a:t>
            </a:r>
            <a:r>
              <a:rPr lang="en-US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ahammadmejbah@aiub.</a:t>
            </a:r>
            <a:r>
              <a:rPr lang="en-US" dirty="0"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Room Number: DN0922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94B0-79D0-8810-8CE3-3AFEB721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2D19-E36A-2D3E-FF93-B6E9E9A0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F413-7793-9D73-16CC-70C241ABB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8" y="2021983"/>
            <a:ext cx="10672353" cy="35803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200" dirty="0">
                <a:solidFill>
                  <a:schemeClr val="accent2"/>
                </a:solidFill>
              </a:rPr>
              <a:t>Mitch </a:t>
            </a:r>
            <a:r>
              <a:rPr lang="en-US" altLang="en-US" sz="2200" dirty="0" err="1">
                <a:solidFill>
                  <a:schemeClr val="accent2"/>
                </a:solidFill>
              </a:rPr>
              <a:t>Kapor</a:t>
            </a:r>
            <a:r>
              <a:rPr lang="en-US" altLang="en-US" sz="2200" dirty="0">
                <a:solidFill>
                  <a:schemeClr val="accent2"/>
                </a:solidFill>
              </a:rPr>
              <a:t>, the creator of Lotus 1-2-3, presented </a:t>
            </a:r>
            <a:r>
              <a:rPr lang="en-US" altLang="en-US" sz="2200" dirty="0"/>
              <a:t>a “software design manifesto” in </a:t>
            </a:r>
            <a:r>
              <a:rPr lang="en-US" altLang="en-US" sz="2200" i="1" dirty="0"/>
              <a:t>Dr. Dobbs Journal. </a:t>
            </a:r>
            <a:r>
              <a:rPr lang="en-US" altLang="en-US" sz="2200" dirty="0"/>
              <a:t>He said:</a:t>
            </a:r>
          </a:p>
          <a:p>
            <a:pPr marL="0" indent="0">
              <a:buNone/>
            </a:pPr>
            <a:endParaRPr lang="en-US" altLang="en-US" sz="100" dirty="0"/>
          </a:p>
          <a:p>
            <a:pPr marL="0" indent="0">
              <a:buNone/>
            </a:pPr>
            <a:r>
              <a:rPr lang="en-US" altLang="en-US" sz="2200" dirty="0"/>
              <a:t>Good software design should exhibit:</a:t>
            </a:r>
          </a:p>
          <a:p>
            <a:pPr lvl="1">
              <a:buClr>
                <a:schemeClr val="tx2"/>
              </a:buClr>
            </a:pPr>
            <a:r>
              <a:rPr lang="en-US" altLang="en-US" sz="2000" i="1" dirty="0">
                <a:solidFill>
                  <a:srgbClr val="C00000"/>
                </a:solidFill>
              </a:rPr>
              <a:t>Firmness: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/>
              <a:t>A program should not have any bugs that inhibit its function</a:t>
            </a:r>
          </a:p>
          <a:p>
            <a:pPr lvl="1">
              <a:buClr>
                <a:schemeClr val="tx2"/>
              </a:buClr>
            </a:pPr>
            <a:r>
              <a:rPr lang="en-US" altLang="en-US" sz="2000" i="1" dirty="0">
                <a:solidFill>
                  <a:srgbClr val="C00000"/>
                </a:solidFill>
              </a:rPr>
              <a:t>Commodity: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dirty="0"/>
              <a:t>A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/>
              <a:t>program should be suitable for the purposes for which it was intended</a:t>
            </a:r>
          </a:p>
          <a:p>
            <a:pPr lvl="1">
              <a:buClr>
                <a:schemeClr val="tx2"/>
              </a:buClr>
            </a:pPr>
            <a:r>
              <a:rPr lang="en-US" altLang="en-US" sz="2000" i="1" dirty="0">
                <a:solidFill>
                  <a:srgbClr val="C00000"/>
                </a:solidFill>
              </a:rPr>
              <a:t>Delight: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dirty="0"/>
              <a:t>The experience of using the program should be pleasurable one</a:t>
            </a:r>
          </a:p>
          <a:p>
            <a:pPr lvl="1"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D898DD8-39F4-C5C9-6C50-5546839C9D76}"/>
              </a:ext>
            </a:extLst>
          </p:cNvPr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775565-463B-0559-82E9-58D878235E1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415216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478" y="2069076"/>
            <a:ext cx="11231043" cy="3987168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/>
              <a:t>Modularity is an attribute of software that allows a program to be intellectually manageable into distinct logical parts</a:t>
            </a:r>
          </a:p>
          <a:p>
            <a:pPr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sz="2200" dirty="0"/>
              <a:t>Modularity is the degree to which a system's components are logically separated into distinct parts called module and recombined again</a:t>
            </a:r>
          </a:p>
          <a:p>
            <a:pPr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/>
              <a:t>Monolithic software (i.e., a large program composed of a single module) cannot be easily grasped by a software engineer.  The number of control paths, span of reference, number of variables, and overall complexity would make understanding close to impossible. </a:t>
            </a:r>
          </a:p>
          <a:p>
            <a:pPr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/>
              <a:t>In almost all instances, you should break the design into many modules, hoping to make understanding easier and as a consequence, reduce the complexity and cost required</a:t>
            </a:r>
            <a:br>
              <a:rPr lang="en-US" altLang="en-US" sz="2200" dirty="0"/>
            </a:br>
            <a:r>
              <a:rPr lang="en-US" altLang="en-US" sz="2200" dirty="0"/>
              <a:t>to build the software.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5BEC4A-ECC5-400F-8240-3B179A13074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31418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56" y="2033377"/>
            <a:ext cx="11025052" cy="423135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Cohesion</a:t>
            </a:r>
            <a:r>
              <a:rPr lang="en-US" altLang="en-US" sz="2200" dirty="0"/>
              <a:t> is an indication of the relative functional strength of a module. A cohesive module performs a single task, requiring little interaction with other components in other parts of a program.  Stated simply, a cohesive module should (ideally) do just one thing.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Coupling</a:t>
            </a:r>
            <a:r>
              <a:rPr lang="en-US" altLang="en-US" sz="2200" dirty="0"/>
              <a:t> is an indication of the relative interdependence among modules. Coupling depends on the interface complexity between modules, the point at which entry or reference is made to a module, and what data pass across the interface.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Aspect</a:t>
            </a:r>
            <a:r>
              <a:rPr lang="en-US" altLang="en-US" sz="2200" i="1" dirty="0"/>
              <a:t> </a:t>
            </a:r>
            <a:r>
              <a:rPr lang="en-US" altLang="en-US" sz="2200" dirty="0"/>
              <a:t>is a representation of a cross-cutting concern. Consider two requirements, </a:t>
            </a:r>
            <a:r>
              <a:rPr lang="en-US" altLang="en-US" sz="2200" i="1" dirty="0"/>
              <a:t>A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B.</a:t>
            </a:r>
            <a:r>
              <a:rPr lang="en-US" altLang="en-US" sz="2200" dirty="0"/>
              <a:t> </a:t>
            </a:r>
            <a:r>
              <a:rPr lang="en-US" altLang="en-US" sz="2200" i="1" dirty="0"/>
              <a:t> </a:t>
            </a:r>
            <a:r>
              <a:rPr lang="en-US" altLang="en-US" sz="2200" dirty="0"/>
              <a:t>Requirement</a:t>
            </a:r>
            <a:r>
              <a:rPr lang="en-US" altLang="en-US" sz="2200" i="1" dirty="0"/>
              <a:t> A crosscuts </a:t>
            </a:r>
            <a:r>
              <a:rPr lang="en-US" altLang="en-US" sz="2200" dirty="0"/>
              <a:t>requirement </a:t>
            </a:r>
            <a:r>
              <a:rPr lang="en-US" altLang="en-US" sz="2200" i="1" dirty="0"/>
              <a:t>B</a:t>
            </a:r>
            <a:r>
              <a:rPr lang="en-US" altLang="en-US" sz="2200" dirty="0"/>
              <a:t> “if a software decomposition [refinement] has been chosen in which </a:t>
            </a:r>
            <a:r>
              <a:rPr lang="en-US" altLang="en-US" sz="2200" i="1" dirty="0"/>
              <a:t>B</a:t>
            </a:r>
            <a:r>
              <a:rPr lang="en-US" altLang="en-US" sz="2200" dirty="0"/>
              <a:t> cannot be satisfied without taking </a:t>
            </a:r>
            <a:r>
              <a:rPr lang="en-US" altLang="en-US" sz="2200" i="1" dirty="0"/>
              <a:t>A</a:t>
            </a:r>
            <a:r>
              <a:rPr lang="en-US" altLang="en-US" sz="2200" dirty="0"/>
              <a:t> into account.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Refactoring </a:t>
            </a:r>
            <a:r>
              <a:rPr lang="en-US" altLang="en-US" sz="2200" dirty="0">
                <a:solidFill>
                  <a:srgbClr val="002060"/>
                </a:solidFill>
              </a:rPr>
              <a:t>is the process of changing a software system in such a way that it does not alter the external behavior of the code [design] yet improves its internal structure (sort algorithm)</a:t>
            </a:r>
            <a:endParaRPr lang="en-US" altLang="en-US" sz="2200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025315-EDA7-006F-4D90-F61AE965BBF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40995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interface 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1399" y="3478527"/>
            <a:ext cx="4524778" cy="2938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ea typeface="ＭＳ Ｐゴシック" pitchFamily="34" charset="-128"/>
              </a:rPr>
              <a:t>Typical Design Errors</a:t>
            </a:r>
          </a:p>
          <a:p>
            <a:pPr>
              <a:buClr>
                <a:schemeClr val="tx2"/>
              </a:buCl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lack of consistency</a:t>
            </a:r>
          </a:p>
          <a:p>
            <a:pPr>
              <a:buClr>
                <a:schemeClr val="tx2"/>
              </a:buCl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too much memorization</a:t>
            </a:r>
          </a:p>
          <a:p>
            <a:pPr>
              <a:buClr>
                <a:schemeClr val="tx2"/>
              </a:buCl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no guidance / help</a:t>
            </a:r>
          </a:p>
          <a:p>
            <a:pPr>
              <a:buClr>
                <a:schemeClr val="tx2"/>
              </a:buCl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no context sensitivity</a:t>
            </a:r>
          </a:p>
          <a:p>
            <a:pPr>
              <a:buClr>
                <a:schemeClr val="tx2"/>
              </a:buCl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Obscure/ unfriendly</a:t>
            </a:r>
            <a:endParaRPr lang="en-US" sz="2200" u="sng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018" y="3324530"/>
            <a:ext cx="2895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2529" y="2113503"/>
            <a:ext cx="365116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ea typeface="ＭＳ Ｐゴシック" pitchFamily="34" charset="-128"/>
              </a:rPr>
              <a:t>  Easy to learn?</a:t>
            </a:r>
          </a:p>
          <a:p>
            <a:pPr marL="800100" lvl="1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ea typeface="ＭＳ Ｐゴシック" pitchFamily="34" charset="-128"/>
              </a:rPr>
              <a:t>  Easy to use?</a:t>
            </a:r>
          </a:p>
          <a:p>
            <a:pPr marL="800100" lvl="1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ea typeface="ＭＳ Ｐゴシック" pitchFamily="34" charset="-128"/>
              </a:rPr>
              <a:t>  Easy to understand?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3D8A8A-3C27-7EF3-9D57-1EB1321D5A53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- Place  the user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75" y="2024009"/>
            <a:ext cx="11025052" cy="4323782"/>
          </a:xfrm>
        </p:spPr>
        <p:txBody>
          <a:bodyPr>
            <a:noAutofit/>
          </a:bodyPr>
          <a:lstStyle/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Define interaction modes in a way that does not force a user into unnecessary or undesired actions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- </a:t>
            </a:r>
            <a:r>
              <a:rPr lang="en-US" sz="2200" dirty="0"/>
              <a:t>The user should always be able to enter and exit the mode with little or no effort.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 </a:t>
            </a:r>
          </a:p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Provide for flexible interaction (color, font, language, etc.)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- </a:t>
            </a:r>
            <a:r>
              <a:rPr lang="en-US" sz="2200" dirty="0"/>
              <a:t>Because different users have different interaction preferences, choices should be provided by using </a:t>
            </a:r>
            <a:r>
              <a:rPr lang="en-US" sz="2200" dirty="0">
                <a:solidFill>
                  <a:srgbClr val="7030A0"/>
                </a:solidFill>
              </a:rPr>
              <a:t>keyboard commands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7030A0"/>
                </a:solidFill>
              </a:rPr>
              <a:t>mouse movements, digitizer pen </a:t>
            </a:r>
            <a:r>
              <a:rPr lang="en-US" sz="2200" dirty="0"/>
              <a:t>or voice recognition commands.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Allow user interaction to be interruptible and undoable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- </a:t>
            </a:r>
            <a:r>
              <a:rPr lang="en-US" sz="2200" dirty="0"/>
              <a:t>A user should be able to interrupt a sequence of actions to do something else without losing the work that has been done.  The user should always be able to “undo” any action.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Streamline interaction as skill levels advance and allow the interaction to be customized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- </a:t>
            </a:r>
            <a:r>
              <a:rPr lang="en-US" sz="2200" dirty="0"/>
              <a:t>Allow to design a macro if the user is to perform the same sequence of actions repeatedly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-128" charset="-128"/>
              </a:rPr>
              <a:t>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012093-E89C-9445-FF72-D757527AFA5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18918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- Place  the user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75" y="2024009"/>
            <a:ext cx="11025052" cy="3038321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Hide technical internals from the casual user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interface should move the user into the virtual world of the application.  A user should never be required to type O/S commands from within application software.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Design for direct interaction with objects that appear on the screen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feels a sense of control when able to manipulate the objects that are necessary to perform a task in a manner similar to what would occur if the object were a physical thing (progress bar).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E5728F-F6D1-DA36-DBE6-5DFD01D3333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71912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– reduce user’s memory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75" y="2024009"/>
            <a:ext cx="11025052" cy="4575574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Reduce demand on short-term memory </a:t>
            </a:r>
            <a:r>
              <a:rPr 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(navigation)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000" dirty="0"/>
              <a:t>Provide visual cues that enable a user to recognize past actions, rather than having to recall them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Establish meaningful defaults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000" dirty="0"/>
              <a:t>A user should be able to specify individual preferences; however, a reset option should be available to enable the redefinition of original default values (</a:t>
            </a:r>
            <a:r>
              <a:rPr lang="en-US" sz="2000" dirty="0">
                <a:solidFill>
                  <a:srgbClr val="7030A0"/>
                </a:solidFill>
              </a:rPr>
              <a:t>balance 0.00</a:t>
            </a:r>
            <a:r>
              <a:rPr lang="en-US" sz="2000" dirty="0"/>
              <a:t>).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Define shortcuts that are intuitive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(intuitive - </a:t>
            </a:r>
            <a:r>
              <a:rPr lang="en-US" sz="2000" dirty="0">
                <a:latin typeface="+mj-lt"/>
              </a:rPr>
              <a:t>having the ability to understand or know something without any direct evidence or reasoning process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) - </a:t>
            </a:r>
            <a:r>
              <a:rPr lang="en-US" sz="2000" dirty="0"/>
              <a:t>“</a:t>
            </a:r>
            <a:r>
              <a:rPr lang="en-US" sz="2000" dirty="0">
                <a:solidFill>
                  <a:srgbClr val="7030A0"/>
                </a:solidFill>
              </a:rPr>
              <a:t>Alt-P to print</a:t>
            </a:r>
            <a:r>
              <a:rPr lang="en-US" sz="2000" dirty="0"/>
              <a:t>”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The visual layout of the interface should be based on a real world metaphor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000" dirty="0"/>
              <a:t>Enable the user to rely on well-understood visual cues, (</a:t>
            </a:r>
            <a:r>
              <a:rPr lang="en-US" sz="2000" dirty="0">
                <a:solidFill>
                  <a:srgbClr val="7030A0"/>
                </a:solidFill>
              </a:rPr>
              <a:t>Print Symbol</a:t>
            </a:r>
            <a:r>
              <a:rPr lang="en-US" sz="2000" dirty="0"/>
              <a:t>.)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Disclose information in a progressive fashion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- The interface should be organized </a:t>
            </a:r>
            <a:r>
              <a:rPr lang="en-US" sz="2000" dirty="0">
                <a:solidFill>
                  <a:srgbClr val="7030A0"/>
                </a:solidFill>
              </a:rPr>
              <a:t>hierarchically</a:t>
            </a:r>
            <a:r>
              <a:rPr lang="en-US" sz="2000" dirty="0"/>
              <a:t>.  The information should be presented at a high level of abstraction.</a:t>
            </a:r>
          </a:p>
          <a:p>
            <a:pPr>
              <a:spcBef>
                <a:spcPct val="5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E82E24-717A-ECFA-A322-B0978E21117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61296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– make the interface consistent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078" y="1931243"/>
            <a:ext cx="11129166" cy="3740687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Allow the user to put the current task into a meaningful context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should be able to determine where he has come from and what alternatives exist for a transition to a new task.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Maintain consistency across a family of applications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“MS Office Suite”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If past interactive models have created user expectations, do not make changes unless there is a compelling reason to do so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- </a:t>
            </a:r>
            <a:r>
              <a:rPr lang="en-US" sz="2200" dirty="0"/>
              <a:t>Once a particular interactive sequence has become a de-facto standard (Alt-S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save file), the user expects this in every application she encounters.</a:t>
            </a:r>
          </a:p>
          <a:p>
            <a:pPr>
              <a:spcBef>
                <a:spcPct val="50000"/>
              </a:spcBef>
              <a:defRPr/>
            </a:pP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7391EB-4589-8EDB-4C91-F21E2362CE6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869140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6487886" cy="3580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Interface analysis means understanding : 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people (end-users) who will interact with the system through the interface.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tasks that end-users must perform to do their work.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content that is presented as part of the interface.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The environment in which these tasks will be conducted (e.g. embedded system).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501F1F-40A3-487F-B76D-991C18D35142}"/>
              </a:ext>
            </a:extLst>
          </p:cNvPr>
          <p:cNvGrpSpPr/>
          <p:nvPr/>
        </p:nvGrpSpPr>
        <p:grpSpPr>
          <a:xfrm>
            <a:off x="7101840" y="2485024"/>
            <a:ext cx="4575225" cy="3068294"/>
            <a:chOff x="7101840" y="2485024"/>
            <a:chExt cx="4575225" cy="3068294"/>
          </a:xfrm>
        </p:grpSpPr>
        <p:pic>
          <p:nvPicPr>
            <p:cNvPr id="6" name="Picture 5" descr="Fig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1840" y="2485024"/>
              <a:ext cx="4575225" cy="2555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7728580" y="5153208"/>
              <a:ext cx="33217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User Interface Design Process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3C4A48-23A0-0D81-5531-C1DEF5379A1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427455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448131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</a:pPr>
            <a:r>
              <a:rPr lang="en-US" dirty="0"/>
              <a:t>Are users trained </a:t>
            </a:r>
            <a:r>
              <a:rPr lang="en-US" dirty="0">
                <a:solidFill>
                  <a:srgbClr val="FF0000"/>
                </a:solidFill>
              </a:rPr>
              <a:t>professionals</a:t>
            </a:r>
            <a:r>
              <a:rPr lang="en-US" dirty="0"/>
              <a:t>, technician, official, or manufacturing workers?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What level of formal </a:t>
            </a:r>
            <a:r>
              <a:rPr lang="en-US" dirty="0">
                <a:solidFill>
                  <a:srgbClr val="FF0000"/>
                </a:solidFill>
              </a:rPr>
              <a:t>education</a:t>
            </a:r>
            <a:r>
              <a:rPr lang="en-US" dirty="0"/>
              <a:t> does the average user have?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Are the users capable of learning from </a:t>
            </a:r>
            <a:r>
              <a:rPr lang="en-US" dirty="0">
                <a:solidFill>
                  <a:srgbClr val="FF0000"/>
                </a:solidFill>
              </a:rPr>
              <a:t>written materials </a:t>
            </a:r>
            <a:r>
              <a:rPr lang="en-US" dirty="0"/>
              <a:t>or have they expressed a desire for </a:t>
            </a:r>
            <a:r>
              <a:rPr lang="en-US" dirty="0">
                <a:solidFill>
                  <a:srgbClr val="FF0000"/>
                </a:solidFill>
              </a:rPr>
              <a:t>classroom training</a:t>
            </a:r>
            <a:r>
              <a:rPr lang="en-US" dirty="0"/>
              <a:t>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Are users expert typists or </a:t>
            </a:r>
            <a:r>
              <a:rPr lang="en-US" dirty="0">
                <a:solidFill>
                  <a:srgbClr val="FF0000"/>
                </a:solidFill>
              </a:rPr>
              <a:t>keyboard phobic</a:t>
            </a:r>
            <a:r>
              <a:rPr lang="en-US" dirty="0"/>
              <a:t>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gender and age </a:t>
            </a:r>
            <a:r>
              <a:rPr lang="en-US" dirty="0"/>
              <a:t>range of the user community?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How are users compensated for the work they perform? Do users work </a:t>
            </a:r>
            <a:r>
              <a:rPr lang="en-US" dirty="0">
                <a:solidFill>
                  <a:srgbClr val="FF0000"/>
                </a:solidFill>
              </a:rPr>
              <a:t>normal office </a:t>
            </a:r>
            <a:r>
              <a:rPr lang="en-US" dirty="0"/>
              <a:t>hours or do they work until the job is done? (banking software)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Is the software to be an integral part of the work users do or will it be used only </a:t>
            </a:r>
            <a:r>
              <a:rPr lang="en-US" dirty="0">
                <a:solidFill>
                  <a:srgbClr val="FF0000"/>
                </a:solidFill>
              </a:rPr>
              <a:t>occasionally</a:t>
            </a:r>
            <a:r>
              <a:rPr lang="en-US" dirty="0"/>
              <a:t>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primary spoken language </a:t>
            </a:r>
            <a:r>
              <a:rPr lang="en-US" dirty="0"/>
              <a:t>among users?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What are the consequences if a user </a:t>
            </a:r>
            <a:r>
              <a:rPr lang="en-US" dirty="0">
                <a:solidFill>
                  <a:srgbClr val="FF0000"/>
                </a:solidFill>
              </a:rPr>
              <a:t>makes a mistake </a:t>
            </a:r>
            <a:r>
              <a:rPr lang="en-US" dirty="0"/>
              <a:t>using the system?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Are users </a:t>
            </a:r>
            <a:r>
              <a:rPr lang="en-US" dirty="0">
                <a:solidFill>
                  <a:srgbClr val="FF0000"/>
                </a:solidFill>
              </a:rPr>
              <a:t>experts in the subject </a:t>
            </a:r>
            <a:r>
              <a:rPr lang="en-US" dirty="0"/>
              <a:t>matter that is addressed by the system?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dirty="0"/>
              <a:t>Do users </a:t>
            </a:r>
            <a:r>
              <a:rPr lang="en-US" dirty="0">
                <a:solidFill>
                  <a:srgbClr val="FF0000"/>
                </a:solidFill>
              </a:rPr>
              <a:t>want to know about the technology </a:t>
            </a:r>
            <a:r>
              <a:rPr lang="en-US" dirty="0"/>
              <a:t>the sits behind the interface?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B6686F-2F25-D160-85B3-BF62DFF2EBD9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463272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 analysis  and 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3"/>
            <a:ext cx="11025052" cy="442830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Answers the following questions …</a:t>
            </a:r>
          </a:p>
          <a:p>
            <a:pPr lvl="1"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</a:pPr>
            <a:r>
              <a:rPr lang="en-US" sz="2000" dirty="0">
                <a:solidFill>
                  <a:srgbClr val="C00000"/>
                </a:solidFill>
              </a:rPr>
              <a:t>What </a:t>
            </a:r>
            <a:r>
              <a:rPr lang="en-US" sz="2000" dirty="0">
                <a:solidFill>
                  <a:srgbClr val="0070C0"/>
                </a:solidFill>
              </a:rPr>
              <a:t>work</a:t>
            </a:r>
            <a:r>
              <a:rPr lang="en-US" sz="2000" dirty="0">
                <a:solidFill>
                  <a:srgbClr val="C00000"/>
                </a:solidFill>
              </a:rPr>
              <a:t> will the user perform in specific circumstances?</a:t>
            </a:r>
          </a:p>
          <a:p>
            <a:pPr lvl="1">
              <a:lnSpc>
                <a:spcPct val="90000"/>
              </a:lnSpc>
              <a:buClr>
                <a:schemeClr val="tx2"/>
              </a:buClr>
            </a:pPr>
            <a:r>
              <a:rPr lang="en-US" sz="2000" dirty="0">
                <a:solidFill>
                  <a:srgbClr val="C00000"/>
                </a:solidFill>
              </a:rPr>
              <a:t>What </a:t>
            </a:r>
            <a:r>
              <a:rPr lang="en-US" sz="2000" dirty="0">
                <a:solidFill>
                  <a:srgbClr val="0070C0"/>
                </a:solidFill>
              </a:rPr>
              <a:t>tasks</a:t>
            </a:r>
            <a:r>
              <a:rPr lang="en-US" sz="2000" dirty="0">
                <a:solidFill>
                  <a:srgbClr val="C00000"/>
                </a:solidFill>
              </a:rPr>
              <a:t> and subtasks will be performed as the user does the work?</a:t>
            </a:r>
          </a:p>
          <a:p>
            <a:pPr lvl="1">
              <a:lnSpc>
                <a:spcPct val="90000"/>
              </a:lnSpc>
              <a:buClr>
                <a:schemeClr val="tx2"/>
              </a:buClr>
            </a:pPr>
            <a:r>
              <a:rPr lang="en-US" sz="2000" dirty="0">
                <a:solidFill>
                  <a:srgbClr val="C00000"/>
                </a:solidFill>
              </a:rPr>
              <a:t>What specific </a:t>
            </a:r>
            <a:r>
              <a:rPr lang="en-US" sz="2000" dirty="0">
                <a:solidFill>
                  <a:srgbClr val="0070C0"/>
                </a:solidFill>
              </a:rPr>
              <a:t>problem domain </a:t>
            </a:r>
            <a:r>
              <a:rPr lang="en-US" sz="2000" dirty="0">
                <a:solidFill>
                  <a:srgbClr val="C00000"/>
                </a:solidFill>
              </a:rPr>
              <a:t>objects will the user manipulate as work is performed?</a:t>
            </a:r>
          </a:p>
          <a:p>
            <a:pPr lvl="1">
              <a:lnSpc>
                <a:spcPct val="90000"/>
              </a:lnSpc>
              <a:buClr>
                <a:schemeClr val="tx2"/>
              </a:buClr>
            </a:pPr>
            <a:r>
              <a:rPr lang="en-US" sz="2000" dirty="0">
                <a:solidFill>
                  <a:srgbClr val="C00000"/>
                </a:solidFill>
              </a:rPr>
              <a:t>What is the sequence of work tasks (</a:t>
            </a:r>
            <a:r>
              <a:rPr lang="en-US" sz="2000" dirty="0">
                <a:solidFill>
                  <a:srgbClr val="0070C0"/>
                </a:solidFill>
              </a:rPr>
              <a:t>hierarchy</a:t>
            </a:r>
            <a:r>
              <a:rPr lang="en-US" sz="2000" dirty="0">
                <a:solidFill>
                  <a:srgbClr val="C00000"/>
                </a:solidFill>
              </a:rPr>
              <a:t>)—the workflow?</a:t>
            </a:r>
          </a:p>
          <a:p>
            <a:pPr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</a:rPr>
              <a:t>Use-cases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define basic interaction</a:t>
            </a:r>
          </a:p>
          <a:p>
            <a:pPr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</a:rPr>
              <a:t>Object elaboration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identifies interface objects (classes)</a:t>
            </a:r>
          </a:p>
          <a:p>
            <a:pPr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</a:rPr>
              <a:t>Task elaboration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refines interactive tasks</a:t>
            </a:r>
          </a:p>
          <a:p>
            <a:pPr>
              <a:lnSpc>
                <a:spcPct val="90000"/>
              </a:lnSpc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</a:rPr>
              <a:t>Workflow analysis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defines how a work process is completed when several people (and roles)</a:t>
            </a:r>
            <a:br>
              <a:rPr lang="en-US" sz="2200" dirty="0"/>
            </a:br>
            <a:r>
              <a:rPr lang="en-US" sz="2200" dirty="0"/>
              <a:t> are involved</a:t>
            </a:r>
            <a:r>
              <a:rPr lang="en-US" sz="2200" b="1" dirty="0"/>
              <a:t> </a:t>
            </a:r>
            <a:r>
              <a:rPr lang="en-US" sz="2200" dirty="0"/>
              <a:t>(</a:t>
            </a:r>
            <a:r>
              <a:rPr lang="en-US" sz="2200" dirty="0" err="1"/>
              <a:t>swimlane</a:t>
            </a:r>
            <a:r>
              <a:rPr lang="en-US" sz="2200" dirty="0"/>
              <a:t> diagram)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1AA0E4-F247-D59F-67CD-6CF6EEB5FD6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55715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 of  display 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49769"/>
            <a:ext cx="11044936" cy="299100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</a:pPr>
            <a:r>
              <a:rPr lang="en-US" sz="2000" dirty="0"/>
              <a:t>Are different types of data assigned to consistent geographic locations on the screen?</a:t>
            </a:r>
            <a:br>
              <a:rPr lang="en-US" sz="2000" dirty="0"/>
            </a:br>
            <a:r>
              <a:rPr lang="en-US" sz="2000" dirty="0"/>
              <a:t>(e.g., photos always appear in the upper right hand corner)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sz="2000" dirty="0"/>
              <a:t>If a large report is to be presented, how should it be partitioned for ease of understanding?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sz="2000" dirty="0"/>
              <a:t>Will mechanisms be available for moving directly to summary information for large collections of data?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sz="2000" dirty="0"/>
              <a:t>Will graphical output be scaled to fit within the bounds of the display device? (e.g. smart phones)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sz="2000" dirty="0"/>
              <a:t>How will color to be used to enhance understanding? (errors are in red color)</a:t>
            </a:r>
          </a:p>
          <a:p>
            <a:pPr>
              <a:lnSpc>
                <a:spcPct val="90000"/>
              </a:lnSpc>
              <a:buClr>
                <a:schemeClr val="tx2"/>
              </a:buClr>
            </a:pPr>
            <a:r>
              <a:rPr lang="en-US" sz="2000" dirty="0">
                <a:solidFill>
                  <a:srgbClr val="0070C0"/>
                </a:solidFill>
              </a:rPr>
              <a:t>How will error messages and warning be presented to the user?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(dialogue box, or text message)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Bildobjekt 15" descr="rule_of_thir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021" y="4163092"/>
            <a:ext cx="2385787" cy="242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366536" y="5045720"/>
            <a:ext cx="597624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/>
            <a:r>
              <a:rPr lang="en-US" dirty="0">
                <a:solidFill>
                  <a:srgbClr val="C00000"/>
                </a:solidFill>
                <a:latin typeface="+mj-lt"/>
              </a:rPr>
              <a:t>Remember that the font carry a message to!</a:t>
            </a:r>
          </a:p>
          <a:p>
            <a:pPr eaLnBrk="1" hangingPunct="1"/>
            <a:r>
              <a:rPr lang="en-US" sz="2800" dirty="0">
                <a:latin typeface="Stencil" pitchFamily="82" charset="0"/>
              </a:rPr>
              <a:t>                  </a:t>
            </a:r>
            <a:r>
              <a:rPr lang="en-US" sz="3800" dirty="0">
                <a:latin typeface="Stencil" pitchFamily="82" charset="0"/>
              </a:rPr>
              <a:t>peace</a:t>
            </a:r>
          </a:p>
          <a:p>
            <a:pPr eaLnBrk="1" hangingPunct="1"/>
            <a:r>
              <a:rPr lang="en-US" sz="3800" dirty="0">
                <a:latin typeface="Palace Script MT" pitchFamily="66" charset="0"/>
              </a:rPr>
              <a:t>                         WAR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201988-F406-C6F2-5CE3-AD2ECFA2D9F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711985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user objectives (</a:t>
            </a:r>
            <a:r>
              <a:rPr lang="en-GB" dirty="0" err="1"/>
              <a:t>wareframming</a:t>
            </a:r>
            <a:r>
              <a:rPr lang="en-GB" dirty="0"/>
              <a:t>)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242" y="1855611"/>
            <a:ext cx="9195515" cy="4726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60F8E-2BE4-AF17-7BE0-4AF76470472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854875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3"/>
            <a:ext cx="11025052" cy="331070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sz="2200" dirty="0"/>
              <a:t>R.S. Pressman &amp; Associates, Inc. (2010). Software Engineering: A Practitioner’s Approach.​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sz="2200" dirty="0"/>
              <a:t>Kelly, J. C., </a:t>
            </a:r>
            <a:r>
              <a:rPr lang="en-US" sz="2200" dirty="0" err="1"/>
              <a:t>Sherif</a:t>
            </a:r>
            <a:r>
              <a:rPr lang="en-US" sz="2200" dirty="0"/>
              <a:t>, J. S., &amp; Hops, J. (1992). An analysis of defect densities found during software inspections. Journal of Systems and Software, 17(2), 111-117.​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sz="2200" dirty="0"/>
              <a:t>Bhandari, I., Halliday, M. J., </a:t>
            </a:r>
            <a:r>
              <a:rPr lang="en-US" sz="2200" dirty="0" err="1"/>
              <a:t>Chaar</a:t>
            </a:r>
            <a:r>
              <a:rPr lang="en-US" sz="2200" dirty="0"/>
              <a:t>, J., </a:t>
            </a:r>
            <a:r>
              <a:rPr lang="en-US" sz="2200" dirty="0" err="1"/>
              <a:t>Chillarege</a:t>
            </a:r>
            <a:r>
              <a:rPr lang="en-US" sz="2200" dirty="0"/>
              <a:t>, R., Jones, K., Atkinson, J. S., &amp; </a:t>
            </a:r>
            <a:r>
              <a:rPr lang="en-US" sz="2200" dirty="0" err="1"/>
              <a:t>Yonezawa</a:t>
            </a:r>
            <a:r>
              <a:rPr lang="en-US" sz="2200" dirty="0"/>
              <a:t>, M. (1994).​ In-process improvement through defect data interpretation. IBM Systems Journal, 33(1), 182-214.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sz="2200" dirty="0"/>
              <a:t>https://www.geeksforgeeks.org/software-engineering/fundamentals-of-software-architecture/​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sz="2200" dirty="0"/>
              <a:t>https://www.tutorialspoint.com/software_architecture_design/introduction.htm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1AA0E4-F247-D59F-67CD-6CF6EEB5FD6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47033663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DF066F-6ED0-4B0E-9F7E-36B6E6B7D8F6}"/>
</file>

<file path=customXml/itemProps2.xml><?xml version="1.0" encoding="utf-8"?>
<ds:datastoreItem xmlns:ds="http://schemas.openxmlformats.org/officeDocument/2006/customXml" ds:itemID="{89F3D530-F7E5-4A43-B92B-0C0D0E47F268}"/>
</file>

<file path=customXml/itemProps3.xml><?xml version="1.0" encoding="utf-8"?>
<ds:datastoreItem xmlns:ds="http://schemas.openxmlformats.org/officeDocument/2006/customXml" ds:itemID="{39294AD0-D775-458C-B8C9-5FCC64B65E4B}"/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1626</Words>
  <Application>Microsoft Office PowerPoint</Application>
  <PresentationFormat>Widescreen</PresentationFormat>
  <Paragraphs>130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Arial</vt:lpstr>
      <vt:lpstr>Calibri</vt:lpstr>
      <vt:lpstr>Georgia</vt:lpstr>
      <vt:lpstr>Gill Sans MT</vt:lpstr>
      <vt:lpstr>Palace Script MT</vt:lpstr>
      <vt:lpstr>Stencil</vt:lpstr>
      <vt:lpstr>Wingdings</vt:lpstr>
      <vt:lpstr>Wingdings 2</vt:lpstr>
      <vt:lpstr>Dividend</vt:lpstr>
      <vt:lpstr>PowerPoint Presentation</vt:lpstr>
      <vt:lpstr>design</vt:lpstr>
      <vt:lpstr>modularity</vt:lpstr>
      <vt:lpstr>Functional independence</vt:lpstr>
      <vt:lpstr>User interface  design</vt:lpstr>
      <vt:lpstr>Golden rule - Place  the user in control</vt:lpstr>
      <vt:lpstr>Golden rule - Place  the user in control</vt:lpstr>
      <vt:lpstr>Golden rule – reduce user’s memory load</vt:lpstr>
      <vt:lpstr>Golden rule – make the interface consistent</vt:lpstr>
      <vt:lpstr>Interface  analysis</vt:lpstr>
      <vt:lpstr>user  analysis</vt:lpstr>
      <vt:lpstr>task  analysis  and  modelling</vt:lpstr>
      <vt:lpstr>Analysis  of  display  content</vt:lpstr>
      <vt:lpstr>Mapping user objectives (wareframming)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Ch.09 - Software Design</dc:title>
  <dc:subject>Software Engineering</dc:subject>
  <dc:creator>M. Mahmudul Hasan</dc:creator>
  <cp:lastModifiedBy>MEJBAH AHAMMAD</cp:lastModifiedBy>
  <cp:revision>37</cp:revision>
  <dcterms:created xsi:type="dcterms:W3CDTF">2019-05-13T08:37:20Z</dcterms:created>
  <dcterms:modified xsi:type="dcterms:W3CDTF">2026-04-14T14:07:56Z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